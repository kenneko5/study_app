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661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F8A5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16614A">
              <a:alpha val="35000"/>
            </a:srgbClr>
          </a:solidFill>
          <a:ln/>
        </p:spPr>
      </p:sp>
      <p:pic>
        <p:nvPicPr>
          <p:cNvPr id="5" name="Image 0" descr="assets/qlik_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開発者向けシリーズ　第6回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Sense 開発者ガイド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自動化・データパイプライン編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リロードタスク・タスクチェーン・Qlik Automateを実務レベルで身につける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749040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スクリプト開発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933956" y="374904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33956" y="374904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データモデリング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15284" y="3749040"/>
            <a:ext cx="211226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5284" y="374904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可視化/Set Analysis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4708" y="3749040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4708" y="3749040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パフォーマンス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050024" y="3749040"/>
            <a:ext cx="14401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50024" y="374904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セキュリティ/運用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627364" y="3749040"/>
            <a:ext cx="864108" cy="365760"/>
          </a:xfrm>
          <a:prstGeom prst="roundRect">
            <a:avLst>
              <a:gd name="adj" fmla="val 50000"/>
            </a:avLst>
          </a:prstGeom>
          <a:solidFill>
            <a:srgbClr val="1F8A5F"/>
          </a:solidFill>
          <a:ln w="12700">
            <a:solidFill>
              <a:srgbClr val="E8F5E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27364" y="3749040"/>
            <a:ext cx="86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自動化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628632" y="374904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28632" y="37490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AI機能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自動化・データパイプライン編で扱う7つのトピック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リロードタスクとオーケストレーション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自動リロードの仕組みと全体像を理解する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05072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87952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61104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リロードタスクの基本設定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61104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スケジュール・通知・タイムアウトの設定方法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61504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44384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17536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タスクチェーンと依存関係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17536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複数アプリのリロード順序を制御する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4672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トリガーとスケジューリング戦略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時間・イベント・ファイル到着など多様な起動条件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05072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87952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261104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Automateとの連携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61104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ノーコードでアプリ外の処理と連携する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61504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44384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717536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失敗時のリトライ・通知設計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17536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障害発生時に運用が気づける仕組み作り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370832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4480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04672" y="50840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外部システム連携(Webhook/API)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4672" y="5431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他システムとの連携でパイプラインを拡張する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リロードタスクとオーケストレーション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自動リロードの仕組みと全体像を理解する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リロードタスク：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アプリのスクリプトを指定タイミングで自動実行する仕組み。手動リロードと同じ処理を予約実行する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オーケストレーション：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複数のタスクを依存関係に沿って順序立てて実行し、データパイプライン全体を制御すること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実行環境の分離：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CloudのSaaS版では実行ノードがマネージドされ、開発者はタスク定義に専念できる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「データ取得→QVD変換→分析アプリ更新」のように複数アプリに分かれている場合、依存関係を意識した設計が運用の安定性を左右する。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パイプラインの典型的な3段構成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[1] Extract用アプリ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ソース→QVD抽出層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[2] Transform用アプリ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QVD抽出層→QVD変換層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(結合・正規化・集計)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[3] 分析用アプリ(エンドユーザー向け)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QVD変換層→可視化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それぞれ独立したリロードタスクとし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タスクチェーンで順序を保証する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リロードタスクの基本設定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スケジュール・通知・タイムアウトの設定方法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スケジュール設定：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日次・週次・カスタムcron形式で実行タイミングを指定する。業務時間外を狙うのが基本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タイムアウト設定：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想定より大幅に長くかかった場合に強制終了する閾値を設定し、リソースの専有を防ぐ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通知設定：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成功/失敗時にメールやWebhookで通知を飛ばし、異常を即座に検知できるようにする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本番運用では「失敗時のみ通知」よりも「成功・失敗どちらも記録は残し、失敗時のみアラート」の設計の方が後から調査しやすい。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タスク実行状況をログに残す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(スクリプト内で自己記録する例)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vTaskStart = Now();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'タスク開始: ' &amp; vTaskStart;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メイン処理 ...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vTaskEnd = Now();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vDuration =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Interval(vTaskEnd-vTaskStart,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'mm:ss');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'タスク完了: ' &amp; vTaskEnd &amp;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 (所要時間: ' &amp; vDuration &amp; ')';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スケジュール設定の目安: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業務開始2時間前に完了するよう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逆算してタイミングを決める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タスクチェーンと依存関係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複数アプリのリロード順序を制御する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タスクチェーンの基本：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あるタスクの成功を条件に、次のタスクを自動的に起動する仕組み。順序保証に使う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並列実行と直列実行：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依存関係のないタスク同士は並列実行し、依存があるものだけ直列につなげて全体時間を短縮する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失敗時の連鎖停止：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前段が失敗した場合は後続タスクを実行しない設定にし、不完全なデータでの更新を防ぐ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全タスクを1本の直列チェーンにすると、独立処理まで待ち時間が発生する。依存関係を図示してから並列化できる部分を洗い出す。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タスクチェーン構成の例(設定はUI上)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Task A: Extract_Sales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Task B: Extract_Inventory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→ AとBは依存なし、並列実行可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Task C: Transform_Combined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→ AとBの両方が成功したら起動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Task D: Refresh_Dashboard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→ Cが成功したら起動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Cが失敗した場合、Dは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自動的にスキップされ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古いデータのまま公開され続ける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事故を防止できる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トリガーとスケジューリング戦略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時間・イベント・ファイル到着など多様な起動条件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時間ベーストリガー：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毎日6時、毎週月曜9時のように固定スケジュールで起動する最も基本的な方式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完了トリガー：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別タスクの完了をきっかけに起動する。タスクチェーンと組み合わせて使う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外部イベントトリガー：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Automate経由でファイル到着やAPI呼び出しをきっかけにリロードを起動できる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固定スケジュールはソースデータの到着時刻が不安定だと「データがまだない」状態でリロードしてしまう。可能ならイベントトリガーを検討する。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データ到着確認後にリロードする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簡易チェックの考え方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FileSize(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'lib://Source/daily_sales.csv')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TRACE 'ソースファイル未到着のため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処理を中断します';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 SCRIPT;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ファイルの更新日時もチェック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FileTime(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'lib://Source/daily_sales.csv')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Today()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TRACE '古いファイルのため中断';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 SCRIPT;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Automateとの連携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ノーコードでアプリ外の処理と連携する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Automateとは：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ノーコードでワークフローを構築できる自動化サービス。Qlik内外のシステムを連携できる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代表的なユースケース：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リロード完了後にSlack通知、特定条件でメール送信、外部APIへのデータ送信などをノーコードで実現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アプリとの役割分担：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複雑なデータ加工はQlikスクリプト、システム間連携やUI通知はAutomateと役割を分けると保守しやすい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Automateはノーコードゆえに複雑なロジックを詰め込みすぎると保守困難になる。シンプルな連携・通知用途に限定して使うのが実務的。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Automate連携を意識したログ出力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(リロード完了をAutomateが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検知しやすくする工夫)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vReloadStatus = 'SUCCESS';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vReloadSummary =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'件数: ' &amp; NoOfRows('Orders') &amp;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 / 完了時刻: ' &amp; Now();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'##AUTOMATE_STATUS##: ' &amp;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vReloadStatus;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'##AUTOMATE_SUMMARY##: ' &amp;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vReloadSummary;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実務ではQlik Cloud Automate側で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「リロード完了」イベントを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トリガーにフロー構築するのが一般的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失敗時のリトライ・通知設計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障害発生時に運用が気づける仕組み作り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リトライ戦略：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ネットワーク瞬断等の一時的エラーには自動リトライ、データ不整合等は即時人手対応に振り分ける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段階的なエスカレーション：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1回目は自動リトライ、N回失敗したら担当者へ通知のように段階を分ける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通知先の二重化：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メールだけでなくチャットツールにも通知し、見落としのリスクを下げる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全エラーを自動リトライ対象にすると、根本原因のあるエラーまで隠れてしまう。リトライ可能なエラー種別を事前に定義しておく。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エラー発生時の分類とログ出力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ErrorMode = 0;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0: エラー時もスクリプト続行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FROM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[lib://Source/daily_sales.csv]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(txt, codepage is 65001,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embedded labels, delimiter is ',');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ScriptErrorCount &gt; 0 THEN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TRACE '##ERROR##: ファイル読み込み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失敗。リトライ対象として記録';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ErrorMode = 1;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 SCRIPT;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外部システム連携(Webhook/API)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他システムとの連携でパイプラインを拡張する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Webhookによる起動：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外部システムのイベント(注文確定など)をきっかけにQlik側のリロードを起動できる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REST APIの活用：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アプリのリロード開始・状態確認・タスク管理をプログラムから操作できる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結果の外部システム連携：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リロード結果やKPI値をAPI経由で外部システムへ送信し、相互に連携したパイプラインを構築する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API呼び出しにはアクセストークンが必要。トークンの権限は必要最小限に絞り、有効期限の管理ルールも決めておく。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Qlik Cloud REST APIでの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リロードタスク起動イメージ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(Automate/外部スクリプトから実行)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/api/v1/reload-tasks/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{taskId}/actions/start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{token}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レスポンス例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"reload-exec-123",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"QUEUED"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ステータス確認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/api/v1/reloads/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{reloadId}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status: SUCCEEDED/FAILED等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よくあるアンチパターン①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タスク設計でやりがちなミス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全タスクを1本の直列チェーンに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Extract → Transform → 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Dashboard1 → Dashboard2 →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Dashboard3 (全て直列)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独立処理まで待たされる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5352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依存のないタスクは並列化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Extract → Transform →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├ Dashboard1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├ Dashboard2 (並列)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└ Dashboard3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失敗時も後続タスクが実行される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Extract失敗 →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Transformは前提データなしで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そのまま起動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不完全データで本番更新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失敗時は連鎖停止する設定に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Extract失敗 →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Transform以降は自動スキップ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古いデータのまま保持され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不完全な状態は公開されない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よくあるアンチパターン②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通知・監視設計でやりがちなミス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失敗時のみログを残す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ScriptErrorCount &gt; 0 THEN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TRACE 'エラー発生';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成功時の所要時間等の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傾向が分析できない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5352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成功・失敗どちらも記録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'ステータス: ' &amp;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If(ScriptErrorCount&gt;0,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'FAILED','SUCCESS') &amp;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 / 時刻: ' &amp; Now();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通知先がメール1つのみ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担当者のメールが埋もれて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障害に気づくのが翌日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になるケースがある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通知先を二重化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メール + チャットツールの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両方に通知し、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即座に気づける体制にする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パイプライン監視のベストプラクティス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障害の早期発見と原因特定をしやすくする運用設計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ダッシュボードでの一元監視：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全タスクの成功/失敗状況・所要時間推移をQlik自身で可視化し、運用チームが一目で把握できるようにする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SLAの明文化：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「毎朝7時までにデータ更新完了」のようにSLAを定義し、未達時にアラートが出る仕組みを作る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定期的な依存関係の見直し：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アプリの増減に伴いタスクチェーンが複雑化するため、定期的に依存関係図を見直し整理する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パイプライン監視用アプリ自体をQlik Senseで作ると、運用チームにも使い慣れたインターフェースで状況共有でき、定着しやすい。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タスク実行履歴を蓄積するテーブル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TaskHistory: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TaskName,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StartTime,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EndTime,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Interval(EndTime-StartTime,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'mm:ss') AS Duration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[lib://QVD/task_history.qvd]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(qvd);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このテーブルを別の監視用アプリで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可視化し、SLA超過や失敗傾向を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チームで共有する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6614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1F8A5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まとめ：実装前チェックリスト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自動化・データパイプライン編の振り返り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9339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依存関係のないタスクを並列実行にし、無駄な待ち時間を削減しているか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7063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70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前段タスクが失敗した場合、後続タスクが自動スキップされる設定になっているか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54787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成功・失敗どちらの実行結果もログに記録し、傾向分析できるようにしているか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32511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通知先をメールとチャットツール等で二重化し、見落としを防いでいるか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510235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02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8920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AutomateやAPI連携を使う場合、トークンの権限を必要最小限に絞っているか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66928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7959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879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6692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SLAを明文化し、未達時にアラートが上がる監視体制を構築しているか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Sense開発者ガイド⑥ 自動化・データパイプライン編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Qlik Sense開発者ガイド⑥ 自動化・データパイプライン編</dc:title>
  <dc:subject>PptxGenJS Presentation</dc:subject>
  <dc:creator>Qlik Sense Developer Series</dc:creator>
  <cp:lastModifiedBy>Qlik Sense Developer Series</cp:lastModifiedBy>
  <cp:revision>1</cp:revision>
  <dcterms:created xsi:type="dcterms:W3CDTF">2026-06-21T07:59:38Z</dcterms:created>
  <dcterms:modified xsi:type="dcterms:W3CDTF">2026-06-21T07:59:38Z</dcterms:modified>
</cp:coreProperties>
</file>