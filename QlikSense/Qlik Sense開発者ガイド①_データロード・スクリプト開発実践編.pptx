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661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pic>
        <p:nvPicPr>
          <p:cNvPr id="5" name="Image 0" descr="assets/qli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　第1回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開発者ガイド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データロード・スクリプト開発実践編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LOAD構文・データ接続・QVDレイヤー・増分ロードを実務レベルで身につける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 w="12700">
            <a:solidFill>
              <a:srgbClr val="E8F5E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スクリプト開発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33956" y="3749040"/>
            <a:ext cx="134416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3956" y="3749040"/>
            <a:ext cx="134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データモデリング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5284" y="3749040"/>
            <a:ext cx="211226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5284" y="374904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可視化/Set Analysis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4708" y="3749040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4708" y="3749040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パフォーマンス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50024" y="3749040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0024" y="3749040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セキュリティ/運用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27364" y="3749040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7364" y="3749040"/>
            <a:ext cx="86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自動化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28632" y="374904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E8F5EF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28632" y="3749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AI機能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データロード・スクリプト開発実践編で扱う7つのトピック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LOAD構文の基礎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テーブル読み込み・フィールド変換・前処理の型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05072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87952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261104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データ接続とコネクタ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61104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DB/ファイル/REST APIへの接続方法と認証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61504" y="1335024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44384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17536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QVDレイヤー設計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17536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抽出層・変換層を分離するベストプラクティス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増分ロード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QVD差分とWHERE EXISTSによる高速リロード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05072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87952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61104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ループ処理とマクロ変数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61104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EACHでファイル/月次バッチを自動処理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61504" y="2852928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44384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717536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アンチパターン集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17536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やりがちなミスとその回避策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3291840" cy="1353312"/>
          </a:xfrm>
          <a:prstGeom prst="roundRect">
            <a:avLst>
              <a:gd name="adj" fmla="val 4730"/>
            </a:avLst>
          </a:prstGeom>
          <a:solidFill>
            <a:srgbClr val="F3FAF6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480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04672" y="5084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デバッグ・リロード診断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54315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スクリプトデバッガとログの読み方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開発者が知っておくべき前提知識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連想モデルとQlik Cloud SaaS化がもたらす設計思想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連想エンジン：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テーブル結合はキーフィールドの自動関連付けで実現。クエリ毎にJOINを書く必要がなく、選択は全テーブルへ瞬時に伝播する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インメモリ列圧縮：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全データをメモリ上に列指向で保持するため、SELECT文の概念がなく、選択(フィルタ)はビット単位で高速に処理される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Cloud(SaaS)：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現在の主流はQlik Cloud。Data Load Editorでのスクリプト開発はDesktop版とほぼ共通の構文を使用する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0390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再利用可能な構造：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QVD形式での中間保存により、抽出層・変換層・実利用層を分離した堅牢なパイプラインを構築できる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9712" y="1764792"/>
            <a:ext cx="4562856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開発時によく使う確認コマンド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'Reload start: ' &amp;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環境変数・実行コンテキストの確認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vEnv = 'PROD';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QVDの存在チェック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FileSize('lib://QVD/orders.qvd')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TRACE 'orders.qvd が見つかりません';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テーブル件数のログ出力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'Rows loaded: ' &amp; NoOfRows('Orders');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LOAD構文の基礎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テーブル読み込みとフィールド変換の基本パターン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LOAD句：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フィールドをカンマ区切りで列挙し、AS句でリネーム。フィールド演算や関数適用もこの段階で行える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メモリ上に読み込み済みのテーブルを再加工する際に使用。ファイルへの再アクセスが不要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06040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Preceding LOAD：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LOAD文を連結して段階的に変換できる。同一カラムへの複数回の関数適用を1ステップで完結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76672" y="348386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6672" y="3483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502152"/>
            <a:ext cx="52486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Date(OrderDate) AS OrderDate,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If(Amount&gt;=10000,'High','Normal')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AmountFlag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[lib://Source/orders.xlsx]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(ooxml, embedded labels, table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Sheet1);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Preceding LOAD で段階的に加工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*, Month(OrderDate) AS OrderMonth;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Orders;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インラインデータの定義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INLINE [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RegionID, RegionName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East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 West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 Central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CSV読み込みとフィールド変換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Upper(Trim(CustomerName))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CustomerName,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Capitalize(City) AS City,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KeepChar(Phone, '0123456789')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PhoneNumber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[lib://Source/customers.csv]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(txt, codepage is 65001, embedded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labels, delimiter is ',', msq);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フィールド変換とQUALIFY句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重複フィールド名の衝突回避と命名規則の徹底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*：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複数テーブルの同名フィールドが意図せず連想されるのを防ぐため、テーブル名を接頭辞として付与する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UNQUALIFY：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意図的に連想させたいキーフィールド(CustomerIDなど)だけは明示的に除外する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によるリネーム：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QUALIFYを使わない場合でも、キーフィールド以外は早い段階で一意な名前に変換しておくと事故が少ない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QUALIFYは「使うか使わないか」を最初に決めてプロジェクト全体で統一する。途中導入はシンセティックキーの温床になりやすい。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同名フィールドの衝突を一括回避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*;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UNQUALIFY CustomerID, OrderID;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 CustomerID, Status,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UpdatedDate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[lib://QVD/orders.qvd]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CustomerID, Status, UpdatedDate,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Segment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[lib://QVD/customers.qvd] 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Orders.Status / Customers.Status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として衝突なく共存する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UNQUALIFY *; // 以降の処理に影響させない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データ接続とコネクタ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DB・ファイル・REST APIへの接続方法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データベース接続：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ODBC/OLE DBまたはQlikの専用コネクタ(Snowflake, BigQuery等)経由でSELECT文を直接実行できる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ファイルコネクタ：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lib://で始まる接続文字列でクラウドストレージやネットワークドライブのファイルを参照する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RESTコネクタでJSON/XMLレスポンスを取得し、Crosstable/自動スキーマ推定でテーブル化する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本番接続の認証情報は必ずData Connectionとして登録し、スクリプトに平文で書かない。アプリの共有時に資格情報が漏れる事故を防げる。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DB接続(事前登録した接続を使用)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 CONNECT TO 'Snowflake_PROD';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SELECT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ORDER_ID, CUSTOMER_ID,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ORDER_DATE, AMOUNT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SALES.PUBLIC.ORDERS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ORDER_DATE &gt;= '2024-01-01';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API からのJSON取得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 CONNECT TO 'REST_API_Sales';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RestConnectorMasterTable: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SELECT "orderId", "amount"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JSON (wrap on) "root"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"__KEY_root"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CONNECTION 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Url "https://api.example.com/orders"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QVDレイヤー設計のベストプラクティス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抽出層・変換層・利用層を分離してパイプラインを堅牢化する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抽出層(Extract)：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ソースから取得したそのままの形でQVD化。ソース側の負荷を最小限にし、以降は全てQVDから読む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変換層(Transform)：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結合・正規化・命名統一を行い、利用しやすい中間QVDとして保存する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利用層(Application)：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Senseアプリ本体は変換層のQVDのみを読み込み、ソースに直接アクセスしない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QVDはディスクから読むだけでDB再接続が不要なため、ソース接続より10倍以上高速。レイヤー分離はリロード時間短縮の最大の武器になる。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抽出層: ソースをそのままQVD化 ---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Orders_Raw: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SELECT * FROM SALES.ORDERS;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Orders_Raw INTO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[lib://QVD/Extract/orders_raw.qvd];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Orders_Raw;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変換層: 整形・結合して再保存 ---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OrderID, CustomerID,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Date(OrderDate) AS OrderDate,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[lib://QVD/Extract/orders_raw.qvd]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(qvd);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Orders INTO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[lib://QVD/Transform/orders.qvd];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増分ロードの実装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QVD差分とWHERE NOT EXISTSによるリロード高速化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差分抽出：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更新日時カラムを使い、前回リロード以降の変更行だけをソースから取得する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QVDとの結合：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既存QVDの変更されていない行と、新規取得した差分行をCONCATENATEで結合する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06040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重複排除：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 EXISTS()で旧データの該当行を除外してから結合する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76672" y="348386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6672" y="3483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502152"/>
            <a:ext cx="52486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前回リロード日時を取得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vLastReload = 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QvdCreateTime('lib://QVD/orders.qvd');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差分(新規・更新分)をソースから取得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Orders_New: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SELECT *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SALES.ORDERS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UPDATED_AT &gt; '$(vLastReload)';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既存QVDから、差分に含まれない行のみ取得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Orders_Old: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FROM [lib://QVD/orders.qvd] (qvd)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EXISTS(OrderID, OrderID);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新規・更新行をOrdersテーブルへロード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Orders_New;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旧データ(差分対象外)を連結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 (Orders)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Orders_Old;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TABLES Orders_New, Orders_Old;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更新後の状態でQVDを上書き保存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Orders INTO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[lib://QVD/orders.qvd];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数百万行規模でもリロードが数分→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数秒に短縮されるケースが多い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ループ処理とマクロ変数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EACHでファイル/月次バッチを自動処理する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EACH...NEXT：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FileList()やディレクトリ一覧などのリストを順に処理し、複数ファイルを1つのテーブルに集約する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WHILE...LOOP：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条件を満たす間繰り返す。月次バッチのように回数が可変な処理に向く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変数の活用：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LET/SETでループ内変数を更新し、ファイル名や期間条件をスクリプトに動的に埋め込む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は式を評価してから代入、SET は文字列をそのまま代入する。意図せずSETで数式を代入してしまうミスに注意。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フォルダ内の全CSVを1テーブルに集約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vFile IN FileList(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'lib://Source/monthly/*.csv')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 *,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'$(vFile)' AS SourceFile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[$(vFile)]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(txt, codepage is 65001,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embedded labels, delimiter is ',');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vFile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月次ループでAPIを順次呼び出し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vStartMonth = 1;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 vStartMonth &lt;= 12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vMonthStr = 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Num(vStartMonth, '00');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API呼び出し処理 ...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vStartMonth = vStartMonth + 1;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フィールド管理でやりがちなミス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QUALIFYを使わず無防備にロード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 CustomerID, Status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CustomerID, Status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customers.qvd (qvd);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*; UNQUALIFY CustomerID;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OrderID, CustomerID, Status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CustomerID, Status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customers.qvd (qvd);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全件読み込んでからフィルタ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FROM orders.qvd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Orders_Filtered: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 RESIDENT Orders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Year(OrderDate) = 2024;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Orders;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不要な行も一度メモリへ展開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WHERE句をLOAD時点で適用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*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orders.qvd (qvd)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Year(OrderDate) = 2024;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QVDはWHERE句のプルーニングが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効くため大幅に高速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シンセティックキーとループ処理の落とし穴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2つ以上の共通フィールドを放置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Key1, Key2, ValueA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tableA.qvd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TableB: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Key1, Key2, ValueB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tableB.qvd (qvd);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45352" y="160020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5352" y="160020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5413248" cy="1353312"/>
          </a:xfrm>
          <a:prstGeom prst="roundRect">
            <a:avLst>
              <a:gd name="adj" fmla="val 4054"/>
            </a:avLst>
          </a:prstGeom>
          <a:solidFill>
            <a:srgbClr val="16322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75688"/>
            <a:ext cx="5047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複合キーを明示的に1本化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TableA: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Key1&amp;'|'&amp;Key2 AS CompKey, ValueA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tableA.qvd (qvd);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TableB: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Key1&amp;'|'&amp;Key2 AS CompKey, ValueB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tableB.qvd (qvd);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ループ内でファイル毎にSTORE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vFile IN FileList('*.csv')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T: LOAD * FROM [$(vFile)];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 T INTO [$(vFile).qvd];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 TABLE T;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vFile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I/Oが頻発しリロードが遅い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13248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3840480"/>
            <a:ext cx="5413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推奨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06240"/>
            <a:ext cx="5413248" cy="1691640"/>
          </a:xfrm>
          <a:prstGeom prst="roundRect">
            <a:avLst>
              <a:gd name="adj" fmla="val 3243"/>
            </a:avLst>
          </a:prstGeom>
          <a:solidFill>
            <a:srgbClr val="1632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15968"/>
            <a:ext cx="5047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一度集約してからまとめてSTORE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vFile IN FileList('*.csv')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Combined: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 *, '$(vFile)' AS SrcFile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[$(vFile)];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vFile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Combined INTO combined.qvd;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デバッグ・リロード診断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スクリプトデバッガとリロードログの読み方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スクリプトデバッガ：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ブレークポイントを設置し、変数の状態を確認しながら1行ずつ実行できる。ループ処理の検証に有効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4942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TRACE文：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実行時の値をリロードログに出力する。本番運用では要所にTRACEを仕込み進捗を可視化する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26664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リロードログ： </a:t>
            </a:r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アプリの「リロード」タブやQlik Cloudの管理コンソールから、各ステップの所要時間・行数を確認できる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リロードが遅い時は、ログのタイムスタンプ差分からどのLOAD/STOREがボトルネックかを特定するのが第一歩。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6322A"/>
          </a:solidFill>
          <a:ln/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25912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F8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5912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9712" y="1764792"/>
            <a:ext cx="4562856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各ステップにタイムスタンプを残す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'--- Step 1: Extract start ' 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Orders_Raw: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SELECT * FROM SALES.ORDERS;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'--- Step 1: rows='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NoOfRows('Orders_Raw') &amp;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 at ' &amp;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Orders_Raw INTO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[lib://QVD/orders_raw.qvd];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'--- Step 1: Extract done ' 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 Now();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ログを見ればどのSTOREが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重いか一目で分かる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661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データロード・スクリプト開発実践編の振り返り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複数テーブルに共通フィールドが残っていないか(QUALIFY/UNQUALIFYを徹底したか)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7063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ソースへの再接続を避け、QVDレイヤー(抽出層/変換層)を経由しているか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4787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増分ロードでWHERE NOT EXISTSによる重複排除ができているか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2511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WHERE句をLOAD時点で適用し、不要な行をメモリに展開していないか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10235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シンセティックキー($Syn)が自動生成されていないか、複合キーを明示したか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694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1F8A5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879592"/>
            <a:ext cx="237744" cy="237744"/>
          </a:xfrm>
          <a:prstGeom prst="ellipse">
            <a:avLst/>
          </a:prstGeom>
          <a:solidFill>
            <a:srgbClr val="1F8A5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879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重いリロードはTRACE文とログでボトルネックの箇所を特定したか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Sense開発者ガイド① データロード・スクリプト開発実践編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Sense開発者ガイド① データロード・スクリプト開発実践編</dc:title>
  <dc:subject>PptxGenJS Presentation</dc:subject>
  <dc:creator>Qlik Sense Developer Series</dc:creator>
  <cp:lastModifiedBy>Qlik Sense Developer Series</cp:lastModifiedBy>
  <cp:revision>1</cp:revision>
  <dcterms:created xsi:type="dcterms:W3CDTF">2026-06-21T07:28:47Z</dcterms:created>
  <dcterms:modified xsi:type="dcterms:W3CDTF">2026-06-21T07:28:47Z</dcterms:modified>
</cp:coreProperties>
</file>