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661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pic>
        <p:nvPicPr>
          <p:cNvPr id="5" name="Image 0" descr="assets/qli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　第4回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開発者ガイド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パフォーマンスチューニング編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データモデル軽量化・リロード高速化・式最適化を実務レベルで身につける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スクリプト開発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33956" y="374904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3956" y="374904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データモデリング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5284" y="3749040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5284" y="37490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可視化/Set Analysis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4708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 w="12700">
            <a:solidFill>
              <a:srgbClr val="E8F5E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4708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パフォーマンス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50024" y="3749040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0024" y="374904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セキュリティ/運用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27364" y="3749040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7364" y="3749040"/>
            <a:ext cx="86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自動化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28632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28632" y="3749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AI機能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パフォーマンスチューニング編で扱う7つのトピック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インメモリエンジンの仕組み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RAM消費とボトルネックの種類を理解する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05072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87952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61104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データモデルの軽量化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61104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不要列の削除・型最適化でメモリ使用量を削減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61504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17536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リロード時間短縮の基本戦略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17536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QVD活用と並列読み込みによる高速化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インクリメンタルロード再考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差分ロードのチューニングポイント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05072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87952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61104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Analysis式の最適化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61104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重い式を軽量化するテクニック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61504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44384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17536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チャート・オブジェクトの負荷軽減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17536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ディメンション数とオブジェクト数の管理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4672" y="5084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パフォーマンス診断ツール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5431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ガバナンスダッシュボードとログ分析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インメモリエンジンの仕組みとボトルネック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RAM消費の構造を理解してから最適化に取り組む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列指向データ保持：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全フィールドの値は重複を排除した辞書(シンボルテーブル)としてメモリ上に保持される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RAM消費の主要因：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ユニーク値数(カーディナリティ)が多い列、不要な精度の数値、文字列の長さがメモリを圧迫する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3つのボトルネック種別：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①リロード時間 ②メモリ使用量 ③チャート描画速度。原因が異なるため対策も別々に考える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「重い」という曖昧な表現で原因を決めつけず、まずどの種別のボトルネックかをログやツールで切り分けることが第一歩。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アプリのメモリ消費を概算把握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'=== Table sizes ===';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vTable IN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'Orders', 'Customers', 'Products'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 '$(vTable): 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NoOfRows('$(vTable)') &amp; ' rows x 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NoOfFields('$(vTable)') &amp; ' fields';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vTable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実務ではアプリの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「最適化アナライザ」または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ガバナンスダッシュボードで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フィールド毎のRAM消費を確認する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データモデルの軽量化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不要列の削除・型最適化でメモリ使用量を削減する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不要列の削除：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アプリで使われていない列はDROP FIELDで明示的に削除し、メモリに載せない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高カーディナリティ列の分割：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タイムスタンプは日付と時刻に分割するなど、ユニーク値の組み合わせ数を減らす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数値の精度調整：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不要な小数点以下の桁を丸め、文字列化された数値は数値型に変換してメモリ効率を上げる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タイムスタンプ(日付+時刻)を1列で持つと、行ごとにほぼユニークな値になりメモリを大量消費する。日付と時刻に分けるだけで大幅改善することが多い。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高カーディナリティ列を分割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Date(Floor(OrderTimestamp))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OrderDate,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Time(Frac(OrderTimestamp))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OrderTime,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Round(Amount, 1) AS Amount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不要列の明示的な削除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FIELD InternalDebugFlag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使っていないテーブルごと削除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TempStaging;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リロード時間短縮の基本戦略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QVD活用と処理順序の見直しによる高速化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QVD優先の原則：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ソースDBへの再接続は最も遅い処理。可能な限りQVDからの読み込みに置き換える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WHERE句の早期適用：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全件ロード後にRESIDENTでフィルタせず、ソース/QVD読み込み時点でWHERE句を効かせる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並列リロードの活用：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Cloudでは独立したアプリ同士を並列実行し、全体のバッチ時間を短縮できる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QVDはディスクI/Oのみで完結するため、同条件のDB読み込みより一桁以上高速なケースが多い。レイヤー分離は最優先の最適化。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悪い例: 全件ロード後にフィルタ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FROM [lib://QVD/orders.qvd]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Orders_2024: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Orders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Year(OrderDate) = 2024;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Orders;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良い例: 読み込み時点でフィルタ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Orders_2024: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Year(OrderDate) = 2024;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QVDはWHERE句のプルーニングが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効くため大幅に高速化される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インクリメンタルロード再考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差分ロードのチューニングポイント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差分判定列の選定：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更新日時カラムにはインデックスが効くものを使い、フルスキャンを避ける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QVD分割戦略：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年/月単位でQVDを分割し、変更があった期間のQVDだけを再生成する設計も有効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削除データの扱い：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物理削除されたレコードは差分検知できないため、論理削除フラグの運用を検討する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差分ロードは「追加・更新」には強いが「削除」には弱い。削除検知が必要な場合は定期的なフルリロードと併用する設計にする。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月単位でQVDを分割管理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vMonth IN '2024-01', '2024-02'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FileTime(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'lib://QVD/orders_$(vMonth).qvd')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 UTC()-1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当該月のみソースから再取得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Orders_Month: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 SELECT * FROM ORDERS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TO_CHAR(ORDER_DATE,'YYYY-MM')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'$(vMonth)';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 Orders_Month INTO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[lib://QVD/orders_$(vMonth).qvd];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 TABLE Orders_Month;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vMonth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Analysis式の最適化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重い式を軽量化するテクニック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IF文をSet Analysisに置換：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行毎に評価されるIF文より、エンジン側で最適化されるSet Analysisの方が一般に高速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Aggrの多用を避ける：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Aggr関数は仮想テーブルを生成するため重い。可能ならSum/Count等の直接集計に置き換える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ネストした集計の整理：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集計関数を何重にもネストすると再計算コストが上がる。中間結果を変数化して再利用する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式の重さは「表現エディタ」のプレビューで体感できるが、定量評価はガバナンスダッシュボードのオブジェクト応答時間ログが確実。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重い例: 行ごとにIF評価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If(Year=Year(Today()), Amount, 0)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軽い例: Set Analysisで完結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Sum({&lt;Year={"$(=Year(Today()))"}&gt;}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重い例: Aggrで顧客毎平均を多用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Avg(Aggr(Sum(Amount), CustomerID))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軽い例: 必要な場面に限定し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変数化して再利用する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vAvgPerCustomer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Avg(Aggr(Sum(Amount), CustomerID));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チャート・オブジェクトの負荷軽減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ディメンション数とオブジェクト数を適切に管理する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1シートあたりのオブジェクト数：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目安として1シート15個以下に抑える。多すぎると初回描画が遅くなる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高カーディナリティディメンション：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数万件のディメンション値を表に出すと描画が重くなる。TOP Nやランキングで絞り込む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計算条件(Calculation Condition)：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選択が少ない時は描画しない設定にし、無駄な計算を防ぐ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計算条件には GetSelectedCount(Field) &gt; 0 のような式を設定し、「絞り込むまで描画しない」UXにすると体感速度が大きく向上する。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計算条件の設定例(チャートプロパティ)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「条件付き表示」に設定する式: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GetSelectedCount(Region) &gt; 0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未選択時はメッセージを表示し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チャートそのものを描画しない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 Nで上位顧客のみ表示する例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ディメンション: CustomerName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表示数の制限: 上位 10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並び替え基準: Sum(Amount) 降順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全顧客を描画する場合に比べ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大幅に描画負荷が下がる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セクションアクセスとRAM消費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行レベルセキュリティ実装時のパフォーマンス影響を理解する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セクションアクセスの仕組み：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ユーザー毎に閲覧可能なデータを絞り込む機能。内部的には追加のテーブルとして扱われる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RAM消費への影響：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ユーザー数×データ行数の組み合わせ次第でメモリ消費が増えるため、設計時に規模を見積もる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テスト時の注意：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セクションアクセス適用後はリロードのたびにキャッシュがクリアされやすく、初回応答が遅くなりがち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セクションアクセスの粒度は必要最小限に。グループ単位でアクセス制御できるなら、ユーザー単位の細かい制御は避けてRAM消費を抑える。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セクションアクセスの基本構造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ACCESS;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INLINE [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ACCESS, USERID, REGION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USER, ALICE, East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USER, BOB, West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ADMIN, ADMIN_USER, *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APPLICATION;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 Region, Amount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REGIONがOrdersのRegion列と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一致した行のみ各ユーザーに表示される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データモデル設計でやりがちなミス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タイムスタンプをそのまま保持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 OrderTimestamp,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Amount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秒単位の値でほぼ全行が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ユニークになりRAMを圧迫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日付と時刻を分離して保持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Date(Floor(OrderTimestamp))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OrderDate,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使わない列も含め全列ロード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数十列ある場合、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半分以上が未使用ということも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必要な列だけを明示的に指定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OrderID, CustomerID,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OrderDate, Amount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式・オブジェクト設計でやりがちなミス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チャート式内でAggrを多用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Avg(Aggr(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Sum({&lt;Year={2024}&gt;} Amount),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行数分の仮想テーブルを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毎回生成し直す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変数化して計算を1回に集約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vAvgCustomer2024 =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Avg(Aggr(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Sum({&lt;Year={2024}&gt;} Amount),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CustomerID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計算条件なしで重いチャートを配置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ディメンション: CustomerID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(数万件の顧客)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シートを開いた瞬間に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全件分の描画が走り遅くなる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計算条件で選択後のみ描画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計算条件: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GetSelectedCount(Region) &gt; 0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未選択時は軽量なメッセージ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のみ表示し負荷を抑える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パフォーマンス診断ツール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ガバナンスダッシュボードとログ分析の活用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ガバナンスダッシュボード：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Qlik管理コンソールから、アプリ毎のリロード時間・メモリ消費・利用状況を横断的に確認できる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アプリの最適化アナライザ：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フィールド毎のメモリ消費量とユニーク値数を可視化し、軽量化すべき列を特定できる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リロードログの分析：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TRACE文とタイムスタンプの差分から、どのステップが時間を消費しているか定量的に把握する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「なんとなく遅い」で終わらせず、必ず数値で計測してから対策する。改善前後の比較ログを残すと効果検証がしやすい。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リロード全体の所要時間を計測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vReloadStart =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各種LOAD/STORE処理 ...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vReloadEnd =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'総リロード時間: 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Interval(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vReloadEnd - vReloadStart,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'mm:ss'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実務では以下を定期確認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・最適化アナライザでの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フィールド別メモリ消費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・ガバナンスダッシュボードの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リロード時間トレンド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661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パフォーマンスチューニング編の振り返り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タイムスタンプ等の高カーディナリティ列を分割・丸めてメモリ消費を抑えているか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063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使用していない列・テーブルをDROPし、必要な列だけをロードしているか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WHERE句をソース/QVD読み込み時点で適用し、不要な行を展開していないか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2511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Analysisで表現できる条件をIF文で代用していないか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重いチャートに計算条件を設定し、未選択時の無駄な描画を防いでいるか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795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879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リロード時間・メモリ消費をログやツールで定量的に計測しているか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Sense開発者ガイド④ パフォーマンスチューニング編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Sense開発者ガイド④ パフォーマンスチューニング編</dc:title>
  <dc:subject>PptxGenJS Presentation</dc:subject>
  <dc:creator>Qlik Sense Developer Series</dc:creator>
  <cp:lastModifiedBy>Qlik Sense Developer Series</cp:lastModifiedBy>
  <cp:revision>1</cp:revision>
  <dcterms:created xsi:type="dcterms:W3CDTF">2026-06-21T07:42:21Z</dcterms:created>
  <dcterms:modified xsi:type="dcterms:W3CDTF">2026-06-21T07:42:21Z</dcterms:modified>
</cp:coreProperties>
</file>