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661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6614A">
              <a:alpha val="35000"/>
            </a:srgbClr>
          </a:solidFill>
          <a:ln/>
        </p:spPr>
      </p:sp>
      <p:pic>
        <p:nvPicPr>
          <p:cNvPr id="5" name="Image 0" descr="assets/qli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　第7回(最終回)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 開発者ガイド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AI機能活用編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Advisor・Qlik Answers・Qlik Predictを実務レベルで身につける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スクリプト開発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33956" y="374904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3956" y="374904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データモデリング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15284" y="3749040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5284" y="37490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可視化/Set Analysis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4708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4708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パフォーマンス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50024" y="3749040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0024" y="374904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セキュリティ/運用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27364" y="3749040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27364" y="3749040"/>
            <a:ext cx="86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自動化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28632" y="37490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 w="12700">
            <a:solidFill>
              <a:srgbClr val="E8F5E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28632" y="37490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AI機能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AI機能活用編で扱う7つのトピック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AIの全体像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Advisor/Answers/Predictの位置づけを整理する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05072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87952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61104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Advisorの活用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61104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自然言語による検索・自動インサイト生成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61504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4384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17536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Answers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17536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非構造化データに対する自然言語QA機能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Predict(旧AutoML)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ノーコードで予測モデルを構築する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05072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87952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61104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ビジネスロジックでの精度向上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61104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用語定義・関連性設定でAIの回答精度を上げる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61504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44384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17536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AI機能とSet Analysisの連携設計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17536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AI生成のインサイトを既存アプリに組み込む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04672" y="5084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AI機能のガバナンスと精度管理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5431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誤回答リスクの抑制と継続的な精度改善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AIの全体像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Advisor/Answers/Predictの位置づけを整理する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構造化データに対する自然言語検索・自動インサイト生成。連想エンジンと一体化したQlik Senseの中核AI機能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Answers：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PDFやドキュメント等の非構造化データに対する自然言語QA。2024年のKyndi買収を機に提供開始された比較的新しい機能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Predict(旧AutoML)：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ノーコードで予測モデルを構築する機能。需要予測や顧客離反予測などに使われる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AdvisorとQlik Answersは将来的に統合され、構造化・非構造化データを横断するエージェント型の体験に進化する方向性が示されている。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AI機能はスクリプトでは直接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呼び出さないが、データモデルの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質がAIの回答精度を左右する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フィールド名を分かりやすくする例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CustomerName AS [顧客名],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OrderDate AS [注文日],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AS [売上金額]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自然言語に近い表記の方が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Insight Advisorの解釈精度が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向上しやすい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Advisorの活用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自然言語による検索・自動インサイト生成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検索ベース分析：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「地域別の売上推移」のように自然言語で入力すると、適切なチャートを自動生成する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 Chat：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チャット形式で質問し、文章+グラフで回答を得られる対話的な分析体験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自動インサイト：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選択中のデータに対し、相関・外れ値・トレンドなどをAIが自動検出して提示する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Advisorの精度はデータモデルの整備状況に直結する。フィールド名・マスター項目が整理されているアプリほど的確な回答が返る。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Insight Advisorに認識されやすい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マスター項目の整備例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マスター指標: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名前: 売上金額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式: Sum(Amount)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説明: '月次の総売上を示す主要KPI'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マスターディメンション: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名前: 地域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フィールド: Region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説明: '販売地域の分類(東/西/中央)'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説明文があるほどInsight Advisorが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ユーザーの自然言語質問を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正しい項目にマッピングしやすくなる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Answers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非構造化データに対する自然言語QA機能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対応データソース：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PDF、Word、Confluence、SharePointなど社内ドキュメントを取り込み、検索可能なナレッジベースを構築する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RAG的なアーキテクチャ：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関連文書を検索した上でAIが根拠付きの回答を生成し、出典元の文書も提示される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構造化データとの将来統合：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Advisorとの統合が進められており、将来的には数値データと文書データを横断した質問応答が可能になる方向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Answersは比較的新しい機能のため、対応ドキュメント形式や統合範囲は今後拡張される見込み。導入前に公式ドキュメントで最新の対応範囲を確認する。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Qlik Answersの典型的なユースケース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社内規程・マニュアルのQA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'リモートワーク規程の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申請期限は?'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契約書・提案書の横断検索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'過去の提案書で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値引き条件を含むものは?'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議事録・レポートの要約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'先月のプロジェクト報告書の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要点をまとめて'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回答には根拠となった文書の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出典が明示される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Predict(旧AutoML)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ノーコードで予測モデルを構築する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代表的なユースケース：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顧客離反予測、需要予測、リードスコアリング、不良品検知など幅広いビジネス課題に適用できる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ノーコードの実験フロー：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学習用データを指定するだけで複数アルゴリズムを自動比較し、最適なモデルを提案する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Senseダッシュボードへの統合：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予測結果をQlik Senseアプリに組み込み、What-ifシナリオ分析として可視化できる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旧称はQlik AutoML。古いドキュメントやコミュニティ記事ではAutoML表記のままのものも多いが、現在の正式名称はQlik Predict。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予測結果をQVD化してアプリに統合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する例(Predictの出力を読み込む)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ChurnPrediction: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PredictedChurnProbability,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PredictedChurnFlag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[lib://QVD/churn_prediction.qvd]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既存の顧客テーブルと連想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CustomerID, CustomerName,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Segment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[lib://QVD/customers.qvd]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予測値を通常の指標と同様に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チャートで可視化できる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ビジネスロジックでの精度向上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用語定義・関連性設定でAIの回答精度を上げる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用語集(同義語)の登録：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「売上」「収益」「Revenue」のような同義語を登録し、表記ゆれをAIが正しく解釈できるようにする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フィールドの分類：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日付・地理・指標などフィールドの種別を明示し、自然言語質問の意図解釈を助ける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優先関係性の定義：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複数の関連付けが可能な場合に、ビジネス的に正しい組み合わせを優先するルールを設定する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ビジネスロジックの設定は一度作って終わりではなく、実際のユーザー質問のログを見ながら継続的にチューニングする運用が定着への近道。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ビジネスロジック設定のイメージ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(実際の設定はQlik管理画面で行う)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同義語登録例: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'Revenue' = '売上' = '収益'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'Churn' = '解約' = '離反'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フィールド分類例: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OrderDate → 日付型として分類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Region → 地理ディメンションとして分類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Amount → 主要指標として分類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これらの設定により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'先月の東日本の売上は?' のような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質問が正しく解釈されやすくなる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AI機能とSet Analysisの連携設計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AI生成のインサイトを既存アプリに組み込む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マスター指標の充実が前提：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Advisorは既存のマスター指標を活用するため、③で扱ったマスター指標設計がAI活用の土台になる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AIが提案したチャートの保存：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検索ベース分析で生成されたチャートは、気に入ればそのままシートに保存して通常のオブジェクトとして編集できる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予測値とSet Analysisの組み合わせ：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Predictの予測結果をフィールド化すれば、通常の指標と同じくSet Analysisで条件付き集計ができる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AI機能は魔法ではなく、整備されたデータモデルとマスター項目の上に成り立つ。①〜③で学んだ基礎が結局AI活用の成否を分ける。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予測フラグを使ったSet Analysis例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解約リスクが高い顧客の売上集計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Sum({&lt;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PredictedChurnFlag={1}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&gt;} Amount)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通常顧客との比較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Sum({&lt;PredictedChurnFlag={1}&gt;}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Sum({&lt;PredictedChurnFlag={0}&gt;}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予測結果も通常のフィールドと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同様に扱えるため、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既存のSet Analysisパターンが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そのまま応用できる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AI機能のガバナンスと精度管理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誤回答リスクの抑制と継続的な精度改善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アクセス権との連動：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AI機能もセクションアクセスの制約を受けるため、ユーザーが見えないデータについては回答にも含まれない設計が基本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回答の検証プロセス：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Answersは出典文書を明示するため、重要な意思決定前には必ず元データを確認する運用ルールを徹底する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利用ログの分析：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どんな質問が多いか、どんな質問で精度が低いかを定期的に分析し、ビジネスロジックの改善に反映する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AIの回答は「参考意見」として扱い、重要な経営判断の最終確認は人間が行う運用を組織のルールとして明文化しておくことが望ましい。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AI機能利用状況を把握する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簡易ログテーブルの構築例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AIUsageLog: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QueryText,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ResponseConfidence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[lib://QVD/ai_usage_log.qvd]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低信頼度の回答が多い質問を抽出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LowConfidence: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RESIDENT AIUsageLog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ResponseConfidence &lt; 0.6;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ビジネスロジック改善の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優先順位付けに活用する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データモデル・命名でやりがちなミス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機械的なフィールド名のまま放置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ORD_ID, CUST_NM, ORD_DT, AMT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AIが意味を推測しづらい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自然言語に近い名前へリネーム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ORD_ID AS [注文ID],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CUST_NM AS [顧客名],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ORD_DT AS [注文日],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AMT AS [売上金額]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マスター指標を整備せず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チャート毎に個別の式を直書き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Insight Advisorが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どの指標を使うべきか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判断できない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主要指標をマスター指標として登録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名前: 売上金額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説明: '月次の総売上を示す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主要KPI'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AIが優先的に参照しやすくなる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運用・ガバナンスでやりがちなミス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AIの回答を無検証で意思決定に使用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Qlik Answersの回答を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そのまま経営会議資料に転記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出典確認なしで誤情報が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拡散するリスク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出典を確認してから利用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回答に表示された出典文書を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必ず開いて内容を確認後、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資料に反映する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導入後にビジネスロジックを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一切更新しない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同義語や新フィールドが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反映されず回答精度が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徐々に低下していく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利用ログを定期レビューし更新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月次で低信頼度の質問を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確認し、同義語・分類を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継続的にメンテナンスする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導入時の評価チェックリスト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AI機能を本格導入する前に確認すべき項目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データ品質の前提条件：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フィールド名・マスター項目が整理されているか。AI導入はデータ整備の代替にはならない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ライセンス・コスト範囲の確認：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Advisor/Qlik Answers/Qlik Predictは提供形態やライセンス条件が異なる場合があるため、契約内容を確認する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スモールスタートでの検証：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全社展開の前に1部門・1ユースケースで試験導入し、回答精度と業務インパクトを評価する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AI機能は日進月歩で進化している。導入検討時は必ずQlik公式ドキュメント・最新リリースノートで提供範囲を確認すること。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試験導入の評価軸の例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回答精度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狙った指標を正しく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呼び出せているか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業務時間削減効果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従来の問い合わせ対応時間が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どれだけ削減されたか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ユーザー満足度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回答のわかりやすさ・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信頼度をアンケートで把握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これらを基にロードマップを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全社展開へ段階的に拡大する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661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AI機能活用編の振り返り(シリーズ全7回・完結)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933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フィールド名・マスター項目を自然言語に近い形で整備しているか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7063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同義語・フィールド分類などビジネスロジックを設定し、継続的に更新しているか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4787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AIの回答(特にQlik Answers)は出典を確認してから重要な意思決定に使っているか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2511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予測結果(Qlik Predict)を通常フィールドと同様にSet Analysisで活用できているか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10235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AI機能もセクションアクセスの制約を受けることを理解し、権限設計と整合させているか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795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879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全社展開前にスモールスタートで精度・効果を検証するプロセスを設けているか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Sense開発者ガイド⑦ AI機能活用編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Sense開発者ガイド⑦ AI機能活用編</dc:title>
  <dc:subject>PptxGenJS Presentation</dc:subject>
  <dc:creator>Qlik Sense Developer Series</dc:creator>
  <cp:lastModifiedBy>Qlik Sense Developer Series</cp:lastModifiedBy>
  <cp:revision>1</cp:revision>
  <dcterms:created xsi:type="dcterms:W3CDTF">2026-06-21T08:03:28Z</dcterms:created>
  <dcterms:modified xsi:type="dcterms:W3CDTF">2026-06-21T08:03:28Z</dcterms:modified>
</cp:coreProperties>
</file>