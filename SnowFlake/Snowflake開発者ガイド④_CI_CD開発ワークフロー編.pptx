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pic>
        <p:nvPicPr>
          <p:cNvPr id="5" name="Image 0" descr="icons/snowfl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  第4回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Snowflake開発者ガイド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CI/CD・開発ワークフロー編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Git連携・スキーマ変更管理・dbtで再現性のあるデプロイを実現する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SQL開発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488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21488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パフォーマンス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Snowpark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16636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9ADB2"/>
          </a:solidFill>
          <a:ln/>
        </p:spPr>
      </p:sp>
      <p:sp>
        <p:nvSpPr>
          <p:cNvPr id="17" name="Text 14"/>
          <p:cNvSpPr/>
          <p:nvPr/>
        </p:nvSpPr>
        <p:spPr>
          <a:xfrm>
            <a:off x="516636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CI/CD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コスト最適化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1838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81838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Streams/Tasks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6926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96926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Cortex 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CI/CD・開発ワークフロー編で扱う7つのトピック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なぜCI/CDが必要か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手動デプロイのリスクと自動化のメリット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07992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Git統合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リポジトリをSnowflakeアカウント内に同期する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38744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環境分離戦略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Dev/Staging/Prodをどう分けるか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スキーマ変更管理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DDLの変更履歴を管理可能にする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9392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07992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dbtとの統合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モデル管理とテストの自動化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0144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11312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38744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Actions連携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38744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PRマージをトリガーにしたデプロイ自動化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91456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77240" y="550468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安全なデプロイの実践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8704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トランザクションとロールバック戦略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なぜSnowflakeにCI/CDが必要か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Snowsightでの手動実行に潜むリスク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再現性の欠如：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Snowsightで都度SQLを手動実行すると、誰が何を変更したか追跡しづらい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環境差異：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DevとProdで手動適用した変更内容がズレ、想定外の挙動を生む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レビュー不在：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変更が即座に本番へ反映され、第三者によるレビューを経ない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ロールバック困難：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「直前の状態」が記録されておらず、問題発生時に戻すのが難しい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760720" cy="1143000"/>
          </a:xfrm>
          <a:prstGeom prst="roundRect">
            <a:avLst>
              <a:gd name="adj" fmla="val 5600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93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3675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CI/CDの導入は「自動化」自体が目的ではない。SQL・スキーマ定義をGitで管理し、PRレビューを必須化することで、変更履歴の可視化とロールバック可能性を獲得するのが本質的な狙い。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0" descr="icons/b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01168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58952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手動運用のリスク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89520" y="2286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属人化・ヒューマンエラー・監査困難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583680" y="342900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12280" y="36850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840480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89520" y="3657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CI/CD導入後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589520" y="4114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履歴管理・自動テスト・安全なロールバック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Git統合の基本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外部リポジトリをアカウント内にそのまま同期する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GitHub/GitLab等のリポジトリをSnowflakeオブジェクトとして登録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API統合・認証：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INTEGRATIONとシークレットでリポジトリへの認証情報を管理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リポジトリステージ：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登録すると特殊なステージとしてブランチ・コミット単位でファイルにアクセス可能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GIT REPOSITORY ... FETCHでリモートの最新状態に同期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Git連携用APIインテグレーション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API INTEGRATION github_integration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API_PROVIDER = git_https_api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API_ALLOWED_PREFIXES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('https://github.com/myorg')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 = TRUE;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リポジトリの登録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GIT REPOSITORY my_repo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API_INTEGRATION = github_integration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'https://github.com/myorg/sf-sql';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最新コミットへ同期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GIT REPOSITORY my_repo FETCH;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ファイル一覧を確認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@my_repo/branches/main;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IMMEDIATE FROM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リポジトリ内のSQLファイルをそのまま実行する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リポジトリにコミットされたDDL/DML定義を、ファイルのまま直接実行できる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対象ファイル：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.sqlファイルまたは.pyファイル（Pythonスクリプト）に対応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変数の受け渡し：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USING句でJinja風のテンプレート変数をSQLファイルに渡せる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git executeコマンド：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CLIからも同様の実行が可能。glob指定で複数ファイルをまとめて適用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単一ファイルを実行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FROM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@my_repo/branches/main/sql/setup.sql;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変数を渡して実行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FROM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@my_repo/branches/main/sql/init.sql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(env =&gt; 'dev');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Snowflake CLIから複数ファイルを一括実行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 git execute \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'@my_repo/branches/main/sql/*.sql'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5897880"/>
            <a:ext cx="5074920" cy="64008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60076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6281928"/>
            <a:ext cx="4617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実行対象は.sql / .pyのみ。シェルスクリプトなど他形式は直接実行できないため、Pythonラッパー経由で呼び出す。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環境分離戦略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Staging / Prodをどう分けるか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アカウント分離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環境ごとに別Snowflakeアカウント。最も厳格だがコスト・運用負荷が高い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0248" y="160020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116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データベース分離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98848" y="30175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同一アカウント内でDEV_DB/PROD_DB等、DB単位で分離。最も一般的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91856" y="160020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lay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0116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0456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スキーマ分離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0456" y="30175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同一DB内でスキーマ単位の分離。小規模チームや軽量な検証向き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1109960" cy="1371600"/>
          </a:xfrm>
          <a:prstGeom prst="roundRect">
            <a:avLst>
              <a:gd name="adj" fmla="val 4667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" y="463600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77240" y="4910328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ゼロコピークローンとの組み合わせが強力：CREATE DATABASE dev_db CLONE prod_db; でPRごとに本番同等のテスト環境を低コストで即座に用意できる。テスト後はクローンを破棄すればよい。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スキーマ変更管理①  考え方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DDLの変更履歴を「マイグレーション」として管理する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マイグレーションファイル：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1つの変更（テーブル追加・列変更等）を1ファイルとして連番管理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冪等性：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/ IF NOT EXISTS等、複数回実行しても安全な記法を徹底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適用履歴の記録：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「どのファイルまで適用済みか」をSnowflake側のテーブルに記録し、差分のみ適用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手動DDLの禁止：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本番環境への直接DDL実行を禁止し、必ずマイグレーション経由にする運用ルール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V1.0.0__create_orders_table.sql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V1.0.1__add_customer_index.sql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V1.1.0__add_status_column.sql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V1.1.1__backfill_status.sql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各ファイルの中身（例）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V1.1.0__add_status_column.sql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orders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COLUMN IF NOT EXISTS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STRING DEFAULT 'pending';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スキーマ変更管理②  schemachange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Snowflake向けOSSマイグレーションツール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Flyway等にインスパイアされたPython製CLIツール。Snowflake公式が公開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命名規則：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V&lt;version&gt;__&lt;description&gt;.sql のファイル名でバージョン管理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適用履歴テーブル：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CHANGE_HISTORYテーブルが自動生成され、適用済みファイルを記録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CI/CD組み込み：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Actions等からschemachange deployを呼ぶだけで差分適用が完結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80776" y="1746504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0776" y="174650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インストール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schemachange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設定ファイル schemachange-config.yml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config-version: 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snowflake_account: 'myorg-myaccount'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snowflake_user: 'CI_USER'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snowflake_role: 'DEPLOY_ROLE'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snowflake_warehouse: 'DEPLOY_WH'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snowflake_database: 'ANALYTICS'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デプロイ実行（未適用分のみ反映）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schemachange deploy \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--config-folder ./migrations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dbtとの統合①  概要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「変換ロジック」のバージョン管理とテストの自動化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モデル管理：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SELECT文をmodelsディレクトリ配下の.sqlファイルとして管理し、依存関係を自動解決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NULL・UNIQUE等のデータ品質テストをモデル定義に付随させ自動実行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Projects on Snowflake：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Snowflakeネイティブのオブジェクトとしてdbtプロジェクトを管理し、Snowsightと統合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スキーマ変更との役割分担：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テーブル構造の土台はschemachange等、変換ロジックはdbtという分担が一般的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378440" y="1746504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378440" y="1746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SQL/YAML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models/marts/customer_ltv.sql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SUM(amount) AS lifetime_value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{{ ref('stg_orders') }}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customer_id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models/marts/schema.yml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customer_ltv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customer_id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tests: [unique, not_null]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dbtとの統合②  CI/CDワークフロー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PRマージまでの標準的な流れ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0992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7099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ブランチ作成・モデル変更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83480" y="170992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開発者がfeatureブランチでモデル(.sql)・テストを修正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67919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267919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PR作成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2679192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変更内容をプルリクエストとしてレビュー依頼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64845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64845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CI: dbt run / dbt test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83480" y="3648456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Dev環境（クローンDB）に対し自動でモデル実行とテストを実施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07992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6177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6177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レビュー・マージ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461772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テストが通過した変更のみレビュー後mainにマージ可能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58698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55869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CD: 本番デプロイ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83480" y="5586984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マージをトリガーに本番のdbtプロジェクトオブジェクトを更新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Actions連携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PRマージをトリガーにしたデプロイ自動化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認証方式：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OIDC（推奨）またはPAT（個人アクセストークン）でSnowflakeに接続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Secrets管理：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アカウント・ユーザー等の接続情報はGitHub Actionsのsecretsで安全に管理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ワークフロー分離：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PR時はCI（テストのみ）、mainマージ時はCD（本番反映）と用途を分ける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600200"/>
            <a:ext cx="5074920" cy="5120640"/>
          </a:xfrm>
          <a:prstGeom prst="roundRect">
            <a:avLst>
              <a:gd name="adj" fmla="val 144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80776" y="1746504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0776" y="174650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76288" y="2130552"/>
            <a:ext cx="4130528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.github/workflows/deploy.yml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Deploy to Snowflake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Install Snowflake CLI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pip install snowflake-cli-labs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migrations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SNOWFLAKE_ACCOUNT: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${{ secrets.SF_ACCOUNT }}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SNOWFLAKE_USER: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${{ secrets.SF_USER }}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schemachange deploy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デプロイの原子性（トランザクション）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「中途半端に失敗した状態」を作らない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7820" cy="2743200"/>
          </a:xfrm>
          <a:prstGeom prst="roundRect">
            <a:avLst>
              <a:gd name="adj" fmla="val 2667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03704"/>
            <a:ext cx="44459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各ファイルが独立して実行され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途中で失敗すると一部だけ反映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FROM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@repo/.../01_create_table.sql;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FROM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@repo/.../02_alter_table.sql;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ここでエラーが起きると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-- 01のみ反映された不整合状態に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FROM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@repo/.../03_backfill.sql;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078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078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1965960"/>
            <a:ext cx="5417820" cy="2743200"/>
          </a:xfrm>
          <a:prstGeom prst="roundRect">
            <a:avLst>
              <a:gd name="adj" fmla="val 2667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3388" y="2203704"/>
            <a:ext cx="44459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BEGIN/COMMITで囲み、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失敗時は全体がロールバックされる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TRANSACTION;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FROM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@repo/.../01_create_table.sql;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FROM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@repo/.../02_alter_table.sql;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FROM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@repo/.../03_backfill.sql;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109960" cy="1005840"/>
          </a:xfrm>
          <a:prstGeom prst="roundRect">
            <a:avLst>
              <a:gd name="adj" fmla="val 6364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0176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27608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全てのDDLがトランザクションに対応するわけではない点に注意。対応状況は対象オブジェクトの種類によって異なるため、重要なデプロイでは事前に検証環境で確認する。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ゼロコピークローンでのテスト環境構築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PRごとに本番同等のデータでテストする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即時複製：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CLONE句により、TB級のデータでも数秒でコピー（実体は差分のみ追加課金）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PR連動：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CIワークフロー内でPR番号を使ったDB名のクローンを作成・破棄を自動化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本番同等データでのテスト：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サンプルデータでなく実データ相当の分布でテストでき、品質を担保しやすい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60020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76288" y="2130552"/>
            <a:ext cx="413052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PRごとに一時DBを作成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pr_123_test_db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CLONE prod_db;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このDB上でdbt test等を実行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テスト完了後にクリーンアップ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DATABASE IF EXISTS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pr_123_test_db;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507492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5184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12280" y="545896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クローン直後はストレージ追加コストがほぼゼロ。テスト中に書き込んだ差分のみ課金対象になる。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CI/CD系アンチパターン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デプロイ運用で陥りがちなミス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5" name="Image 0" descr="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Snowsightでの直接DDL変更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13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本番環境にGitを経由しない変更が混入し、コードと実態がズレる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9" name="Image 1" descr="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013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マイグレーションの手動スキップ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2313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「今回は急ぎだから」と履歴に残さず適用し、後で再現できなくなる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13" name="Image 2" descr="icons/warning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5876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認証情報のワークフロー直書き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2960" y="43708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Actionsのyamlに接続情報をハードコードし漏洩リスクを生む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17" name="Image 3" descr="icons/warn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5876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本番に対する直接テスト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92240" y="43708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クローンを使わず本番データで検証し、意図しない副作用を発生させる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デプロイフロー設計チェックリスト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CI/CDパイプラインを組む際に確認したい項目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環境分離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Dev/Staging/Prodが明確に分離され、本番への直接アクセス権が限定されているか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7830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冪等性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0" y="23774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マイグレーションSQLを複数回実行しても安全な記法になっているか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6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959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840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テスト自動化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434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PR時にdbt test等でデータ品質を自動検証する仕組みがあるか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88620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21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9959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840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ロールバック手順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92240" y="4434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デプロイ失敗時に「どう切り戻すか」が事前に決まっているか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CI/CD・開発ワークフロー編の振り返り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568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本番環境への変更がGitを経由せずSnowsightから直接行われていないか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340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マイグレーションSQLは複数回実行しても安全な（冪等な）記法になっているか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112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PRマージ前にdbt test等での自動テストが必須化されているか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8853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認証情報をワークフローファイルにハードコードせず、Secretsで管理しているか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6577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テスト環境をゼロコピークローンで本番相当のデータ量・分布にできているか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84301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デプロイ失敗時のロールバック手順が事前に決まっているか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Snowflake開発者ガイド④ CI/CD・開発ワークフロー編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Snowflake開発者ガイド④ CI/CD・開発ワークフロー編</dc:title>
  <dc:subject>PptxGenJS Presentation</dc:subject>
  <dc:creator>Snowflake Developer Series</dc:creator>
  <cp:lastModifiedBy>Snowflake Developer Series</cp:lastModifiedBy>
  <cp:revision>1</cp:revision>
  <dcterms:created xsi:type="dcterms:W3CDTF">2026-06-20T20:55:21Z</dcterms:created>
  <dcterms:modified xsi:type="dcterms:W3CDTF">2026-06-20T20:55:21Z</dcterms:modified>
</cp:coreProperties>
</file>