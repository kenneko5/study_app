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pic>
        <p:nvPicPr>
          <p:cNvPr id="5" name="Image 0" descr="icons/snowfl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開発者向けシリーズ  第3回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Snowflake開発者ガイド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Snowpark開発編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Python・Java・ScalaでSnowflake内のデータを直接処理する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SQL開発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4884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214884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パフォーマンス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5760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9ADB2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Snowpark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16636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516636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CI/CD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7512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コスト最適化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18388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818388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Streams/Tasks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69264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969264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Cortex AI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本日のアジェンダ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Snowpark開発編で扱う7つのトピック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Snowparkとは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「データの場所でコードを実行する」設計思想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9392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07992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DataFrame操作の基本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Session・テーブル読込・変換メソッド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38744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遅延評価とアクション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8744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transformationとactionの違いを理解する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UDF / UDTFの作成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Pythonロジックをサーバーサイドで実行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79392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07992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ストアドプロシージャ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7992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複数ステップ処理をパイプライン化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10144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11312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38744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SQLとの使い分け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38744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APIとsession.sql()の選択基準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791456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" y="4937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77240" y="550468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開発・デバッグの実践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587044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ローカル環境構築とよくあるエラー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Snowparkとは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コードをデータの場所で実行するという設計思想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プッシュダウン実行：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Python/Java/Scalaで書いたロジックも、実行時はSnowflakeのウェアハウス上で処理される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データ移動が不要：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ローカルにデータをダウンロードせず、ガバナンスとセキュリティを保ったまま処理できる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API：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Pandasに似たAPI感覚で、内部的にはSQLへ変換されて実行される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3つの主要機能：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DataFrame操作 / UDF・UDTF / ストアドプロシージャ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5760720" cy="1097280"/>
          </a:xfrm>
          <a:prstGeom prst="roundRect">
            <a:avLst>
              <a:gd name="adj" fmla="val 5833"/>
            </a:avLst>
          </a:prstGeom>
          <a:solidFill>
            <a:srgbClr val="F4F9FC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932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536752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「データをコードに持ってくる」のではなく「コードをデータに持っていく」。これがSnowparkの中心的な考え方。大量データをクライアント側に転送するコストとリスクを回避できる。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16002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79608" y="1746504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579608" y="1746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76288" y="2130552"/>
            <a:ext cx="413052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セッションの確立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snowflake.snowpark import Session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connection_params =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"account": "&lt;account&gt;",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"user": "&lt;user&gt;",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"password": "&lt;password&gt;",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"warehouse": "DEV_WH",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"database": "ANALYTICS",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"schema": "PUBLIC",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= Session.builder.configs(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connection_params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).create()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DataFrame操作の基本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テーブル読込・変換・抽出の基本メソッド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session.table()：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既存テーブル・ビューからDataFrameを生成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filter：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列の選択・行の絞り込み（Pandasと類似した記法）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/ groupBy：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他DataFrameとの結合・集計処理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col()関数：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列を明示的に参照する際に使用（functions モジュール）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5760720" cy="1097280"/>
          </a:xfrm>
          <a:prstGeom prst="roundRect">
            <a:avLst>
              <a:gd name="adj" fmla="val 5833"/>
            </a:avLst>
          </a:prstGeom>
          <a:solidFill>
            <a:srgbClr val="F4F9FC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932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補足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536752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DataFrameのメソッドチェーンは、内部的に1本のSQLクエリへとコンパイルされる。複雑なチェーンでも実行時にSnowflakeのクエリオプティマイザが最適化する。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16002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79608" y="1746504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579608" y="1746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76288" y="2130552"/>
            <a:ext cx="413052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snowflake.snowpark.functions import col, sum as sum_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= session.table("orders")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.filter(col("status") == "completed")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.group_by("customer_id")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.agg(sum_("amount").alias("total_amount"))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.sort(col("total_amount").desc())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.limit(10)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result.show()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遅延評価（Lazy Evaluation）とアクション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「組み立て」と「実行」が分離されている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90472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select/filter/join等。呼び出してもすぐには実行されず、論理プランを構築するのみ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85416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57400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collect/show/count/to_pandas等。呼び出した瞬間にSQLが生成・実行される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624328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メリット：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複数の変換をチェーンしても、最終的に1本の最適化されたクエリとして発行される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17820" cy="2697480"/>
          </a:xfrm>
          <a:prstGeom prst="roundRect">
            <a:avLst>
              <a:gd name="adj" fmla="val 2712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123944"/>
            <a:ext cx="44459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collect()を多用すると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その都度クエリが発行される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df1 = session.table("orders")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.filter(col("status")=="open")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df1.collect()  # 実行1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df1.select("customer_id")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 = df2.count()     # 実行2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40780" y="352044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240780" y="352044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推奨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40780" y="3886200"/>
            <a:ext cx="5417820" cy="2697480"/>
          </a:xfrm>
          <a:prstGeom prst="roundRect">
            <a:avLst>
              <a:gd name="adj" fmla="val 2712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3388" y="4123944"/>
            <a:ext cx="44459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変換をチェーンし、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最後に1回だけアクションを呼ぶ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session.table("orders")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.filter(col("status")=="open")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.select("customer_id", "amount")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df.collect()  # 実行は1回のみ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UDFの作成①  基本パターン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Pythonロジックをサーバーサイド関数として登録する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@udf デコレータ：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関数をUDFとして登録。型ヒントから入出力の型が自動推論される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一時UDF / 永続UDF：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is_permanent=Trueで他セッションからも呼べる永続関数になる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DataFrameからの利用：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登録したUDFはDataFrameのselect/withColumn内で通常の関数のように使える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5760720" cy="128016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4074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468172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UDFは行ごとに呼び出されるため、複雑な処理を大量の行に適用すると低速になりやすい。可能ならSnowpark標準の関数やSQLネイティブな処理で代替できないか先に検討する。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79608" y="1746504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79608" y="1746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snowflake.snowpark.functions import udf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snowflake.snowpark.functions import col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snowflake.snowpark.types import 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StringType,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@udf(name="mask_email", is_permanent=True,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stage_location="@my_stage",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replace=True)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mask_email(email: str) -&gt; str: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user, _, domain = email.partition("@")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user[0] + "***@" + domain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session.table("customers").select(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col("customer_id"),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mask_email(col("email")).alias("masked_email")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UDFの作成②  サードパーティパッケージの利用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numpy・pandas等をUDF内で活用する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session.add_packages()：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セッション全体に適用するパッケージを指定（Anacondaチャネル経由）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@udf(packages=[...])：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UDF単位でパッケージを指定し、セッション設定を上書き可能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バージョン固定：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本番運用では"numpy==1.26.0"のようにバージョンを固定するのが安全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ベクトル化UDF：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行単位でなくPandas DataFrameのバッチ単位で処理し高速化（機械学習推論等）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579608" y="1746504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579608" y="1746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snowflake.snowpark.functions import udf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session.add_packages("numpy==1.26.0")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@udf(name="z_score", replace=True)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z_score(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float, mean: float, std: float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float: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std == 0: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0.0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float(np.abs((value - mean) / std))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5715000"/>
            <a:ext cx="5074920" cy="777240"/>
          </a:xfrm>
          <a:prstGeom prst="roundRect">
            <a:avLst>
              <a:gd name="adj" fmla="val 8235"/>
            </a:avLst>
          </a:prstGeom>
          <a:solidFill>
            <a:srgbClr val="F4F9FC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58247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補足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60990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UDF単位の packages 指定は、セッションレベルの add_packages() より優先される。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ストアドプロシージャ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複数ステップの処理を1つの呼び出し可能な単位にまとめる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複数テーブルへのDML、条件分岐を伴うETL処理等、単一クエリで完結しない処理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sproc() / @sproc：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関数をストアドプロシージャとして登録する2通りの方法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Task連携：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登録したプロシージャはSnowflake Taskから定期実行できる（⑥編で詳説）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760720" cy="1188720"/>
          </a:xfrm>
          <a:prstGeom prst="roundRect">
            <a:avLst>
              <a:gd name="adj" fmla="val 5385"/>
            </a:avLst>
          </a:prstGeom>
          <a:solidFill>
            <a:srgbClr val="F4F9FC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33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440740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ストアドプロシージャ内のsession引数は、呼び出し時のセッションがそのまま渡される。プロシージャ内で新たにSession.builder.create()する必要はない。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79608" y="1746504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79608" y="1746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snowflake.snowpark as snowpark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snowflake.snowpark.functions import col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merge_daily_orders(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session: snowpark.Session, target_date: str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str: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staging = session.table("stg_orders") \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.filter(col("order_date") == target_date)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staging.write.mode("append") \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.save_as_table("orders")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f"Merged orders for {target_date}"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merge_sp = session.sproc.register(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func=merge_daily_orders,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name="merge_daily_orders",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is_permanent=True,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stage_location="@my_stage",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replace=True,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SQLとSnowparkの使い分け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どちらか一方でなく、適材適所で併用する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Snowpark DataFrameが向く場面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動的に組み立てるクエリ、Pythonの条件分岐・ループと組み合わせる処理、UDF/MLとの連携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116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2560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session.sql()が向く場面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31089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複雑なウィンドウ関数・再帰CTE等、SQLで書く方が明快なロジック、既存SQL資産の移行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343400"/>
            <a:ext cx="11109960" cy="1783080"/>
          </a:xfrm>
          <a:prstGeom prst="roundRect">
            <a:avLst>
              <a:gd name="adj" fmla="val 4103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579608" y="4489704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/>
          <p:nvPr/>
        </p:nvSpPr>
        <p:spPr>
          <a:xfrm>
            <a:off x="10579608" y="44897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41248" y="4873752"/>
            <a:ext cx="968276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session.sql()もDataFrameを返すため、Snowparkメソッドと混在できる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session.sql("""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customer_id, RANK() OVER (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 BY total_amount DESC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rnk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customer_totals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""").filter(col("rnk") &lt;= 10)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df.show()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on Snowflake（Snowpark pandas API）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使い慣れたpandas構文でSnowflakeのデータを操作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modinベース：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Snowflakeが買収したPonder社の技術で、pandas互換APIをスケールアウトさせる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import方法：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modin.pandasをsnowflake.snowpark.modin.pandasとしてインポート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処理場所：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ローカルメモリではなく、裏側でSnowflakeのウェアハウス上で実行される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移行のしやすさ：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既存のpandasコードを大きく書き換えずにSnowflake実行へ移行できるケースが多い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5760720" cy="1097280"/>
          </a:xfrm>
          <a:prstGeom prst="roundRect">
            <a:avLst>
              <a:gd name="adj" fmla="val 5833"/>
            </a:avLst>
          </a:prstGeom>
          <a:solidFill>
            <a:srgbClr val="F4F9FC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474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補足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532180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純粋なDataFrame APIの方がパフォーマンスチューニングの余地が大きい。pandas on Snowflakeは「移行のしやすさ」を優先する場面で選ぶのが基本方針。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16002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79608" y="1746504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579608" y="1746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76288" y="2130552"/>
            <a:ext cx="413052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modin.pandas as pd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snowflake.snowpark.modin.plugin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pandasと同じ感覚で書ける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pd.read_snowflake("orders")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= 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df[df["status"] == "completed"]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.groupby("customer_id")["amount"]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.sum()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.sort_values(ascending=False)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summary.head(10)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UDTF（ユーザー定義テーブル関数）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1行の入力から複数行を返す処理を実装する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UDFとの違い：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UDFは1行→1値だが、UDTFは1行→複数行（テーブル形式）を返せる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process()メソッド：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ハンドラクラスにprocess()を実装し、yieldで複数行を返す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文字列の分割展開、外部API呼び出しの結果展開等、FLATTENで表現しづらい変換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79608" y="1746504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9608" y="1746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snowflake.snowpark.functions import udtf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snowflake.snowpark.types import 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StructType, StructField, StringType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@udtf(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output_schema=StructType([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StructField("tag", StringType())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input_types=[StringType()],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name="split_tags", replace=True,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SplitTags: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process(self, tags_csv: str):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tag in tags_csv.split(","):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yield (tag.strip(),)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* FROM products,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TABLE(split_tags(tags_csv))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エラーハンドリングとログ出力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ストアドプロシージャ内での失敗をどう扱うか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7820" cy="2240280"/>
          </a:xfrm>
          <a:prstGeom prst="roundRect">
            <a:avLst>
              <a:gd name="adj" fmla="val 3265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03704"/>
            <a:ext cx="44459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例外を握りつぶすと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失敗に気づけない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load_data(session):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session.table("src") \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.write.save_as_table("tgt")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"done"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0780" y="160020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0780" y="160020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推奨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0780" y="1965960"/>
            <a:ext cx="5417820" cy="2240280"/>
          </a:xfrm>
          <a:prstGeom prst="roundRect">
            <a:avLst>
              <a:gd name="adj" fmla="val 3265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3388" y="2203704"/>
            <a:ext cx="44459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例外内容をログ・戻り値に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反映し、呼び出し元で判断可能に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load_data(session):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session.table("src") \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.write.save_as_table("tgt")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"SUCCESS"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 as e: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f"FAILED: {e}"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4074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279392"/>
            <a:ext cx="10853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TABLE：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Pythonのlogging出力をSnowflakeのイベントテーブルに集約し、後から横断的に調査できる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9103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782312"/>
            <a:ext cx="10853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戻り値の設計：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プロシージャの戻り値に成否ステータスを含め、呼び出し元のTaskで分岐できるようにする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ローカル開発環境の構築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Snowsightだけでなく手元でも開発・テストする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仮想環境の作成：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condaまたはvenvでPythonバージョンとパッケージを分離管理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接続情報の管理：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connections.tomlやSnowflake CLIで認証情報をコードから分離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IDE連携：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Code拡張等でローカルから直接Snowflakeセッションに接続して開発可能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ユニットテスト：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DataFrameのcollect結果をモック・比較し、ロジックをCIでテスト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80776" y="1746504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0776" y="1746504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仮想環境の作成（conda推奨）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create -n snowpark_dev \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python=3.11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snowpark_dev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snowflake-snowpark-python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接続情報は環境変数 or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connections.toml で管理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（ハードコードしない）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SNOWFLAKE_ACCOUNT=...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SNOWFLAKE_USER=...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5440680"/>
            <a:ext cx="5074920" cy="1051560"/>
          </a:xfrm>
          <a:prstGeom prst="roundRect">
            <a:avLst>
              <a:gd name="adj" fmla="val 6087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55504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58247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認証情報をコードに直接書かず、環境変数や外部設定ファイルに分離するのは④CI/CD編でも重要になる基本原則。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Snowparkのよくあるアンチパターン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APIを使うときに陥りがちなミス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5" name="Image 0" descr="icons/warnin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013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collect()の多用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134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中間結果ごとにcollect()して都度クエリを発行し、最適化の恩恵を失う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9" name="Image 1" descr="icons/warnin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013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UDFでの行ループ処理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92240" y="23134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SQLネイティブな集計で書けるロジックをわざわざUDF化し低速化させる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6576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13" name="Image 2" descr="icons/warning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5876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40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巨大データのto_pandas()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2960" y="43708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Snowflake側で完結できる集計をローカルPandasに全件持ち帰り、メモリを圧迫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36576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17" name="Image 3" descr="icons/warning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85876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3840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パッケージバージョン未固定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92240" y="43708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本番のUDF/プロシージャでパッケージバージョンを指定せず、将来の破壊的変更に弱くなる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デバッグ手法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DataFrameが「実際に何をしているか」を確認する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df.explain()：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DataFrameが実行時に発行するSQLクエリと実行計画を表示する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df.queries：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実行されるSQL文字列のリストを直接取得できる属性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df.show(n)：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全件collectせず、先頭n件だけ確認してロジックを検証する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Snowsight Query History：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Snowparkから発行されたクエリも通常のSQLと同様に履歴・Profileで確認可能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579608" y="1746504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579608" y="1746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session.table("orders")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.filter(col("status") == "open")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.group_by("customer_id")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.count()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実行されるSQLを確認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print(df.queries)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実行計画を確認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df.explain()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10件だけ確認（全件取得しない）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df.show(10)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まとめ：実装前チェックリスト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Snowpark開発編の振り返り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5681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中間結果ごとにcollect()せず、変換をチェーンして最後にまとめて実行しているか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340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5603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SQLで簡潔に書けるロジックを、不必要にUDF・DataFrame APIで複雑化していないか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33756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1129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33756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本番運用するUDF・プロシージャのパッケージバージョンを固定しているか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11480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8853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1480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巨大な結果セットをto_pandas()でローカルに全件持ち帰っていないか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" y="489204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6577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48920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認証情報をコードにハードコードせず、環境変数等で分離しているか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40080" y="566928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5" descr="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843016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71600" y="56692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df.explain()やQuery Historyで、実際に発行されるSQLを確認する習慣があるか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Snowflake開発者ガイド③ Snowpark開発編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Snowflake開発者ガイド③ Snowpark開発編</dc:title>
  <dc:subject>PptxGenJS Presentation</dc:subject>
  <dc:creator>Snowflake Developer Series</dc:creator>
  <cp:lastModifiedBy>Snowflake Developer Series</cp:lastModifiedBy>
  <cp:revision>1</cp:revision>
  <dcterms:created xsi:type="dcterms:W3CDTF">2026-06-20T20:48:24Z</dcterms:created>
  <dcterms:modified xsi:type="dcterms:W3CDTF">2026-06-20T20:48:24Z</dcterms:modified>
</cp:coreProperties>
</file>