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pic>
        <p:nvPicPr>
          <p:cNvPr id="5" name="Image 0" descr="icons/snowfl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開発者向けシリーズ  第6回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Snowflake開発者ガイド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Streams/Tasks編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58368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変更データキャプチャと自動実行でデータパイプラインを構築する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SQL開発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488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21488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パフォーマンス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Snowpark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16636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516636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CI/CD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67512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コスト最適化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18388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9ADB2"/>
          </a:solidFill>
          <a:ln/>
        </p:spPr>
      </p:sp>
      <p:sp>
        <p:nvSpPr>
          <p:cNvPr id="21" name="Text 18"/>
          <p:cNvSpPr/>
          <p:nvPr/>
        </p:nvSpPr>
        <p:spPr>
          <a:xfrm>
            <a:off x="818388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Streams/Tasks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692640" y="57607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9692640" y="5760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Cortex 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Streams/Tasks編で扱う7つのトピック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継続的パイプラインの全体像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StreamとTaskが解決する課題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07992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Streamの仕組み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07992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変更データキャプチャ（CDC）の実現方法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1463040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16093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38744" y="217627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Taskの基本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38744" y="25420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スケジュール実行とSYSTEM$STREAM_HAS_DATA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DAG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複数タスクの依存関係を組む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79392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80560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07992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エラーハンドリング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7992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失敗時のリトライと通知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10144" y="3127248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11312" y="32735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238744" y="384048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Tables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38744" y="42062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宣言的なパイプライン定義という選択肢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91456"/>
            <a:ext cx="3502152" cy="1481328"/>
          </a:xfrm>
          <a:prstGeom prst="roundRect">
            <a:avLst>
              <a:gd name="adj" fmla="val 493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49377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77240" y="550468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使い分けの判断基準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870448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Streams/Tasks vs Dynamic Tables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継続的パイプラインの全体像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StreamとTaskが解決する課題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従来の課題：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「前回処理した時点からの差分」をタイムスタンプ等で自前管理するのは煩雑でミスが起きやすい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Streamの役割：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テーブルへのDML変更を自動的に記録し、未処理分の差分を簡単に取得できるようにする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Taskの役割：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SQL・ストアドプロシージャをスケジュールまたは条件に応じて自動実行する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組み合わせの効果：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「変更があった時だけ処理する」効率的な増分パイプラインを構築できる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概念図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raw_table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INSERT/UPDATE/DELETE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▼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[Stream]  ← 変更差分を記録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▼ SYSTEM$STREAM_HAS_DATA()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[Task]    ← 差分があれば実行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MERGE / INSERT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▼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5440680"/>
            <a:ext cx="5074920" cy="1097280"/>
          </a:xfrm>
          <a:prstGeom prst="roundRect">
            <a:avLst>
              <a:gd name="adj" fmla="val 5833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555040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5824728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Streamは「何が変わったか」を記録するだけで、自動的に何かを実行するわけではない。実行をトリガーするのはTaskの役割という分担を理解する。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Streamの仕組み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変更データキャプチャ（CDC）の実現方法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オフセット：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Streamは「最後に消費した時点」をオフセットとして内部管理する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変更の表現方法：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UPDATEは内部的にDELETE＋INSERTの組み合わせとして記録される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消費（Consume）：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Streamに対してDML（INSERT...SELECT、MERGE等）を実行した時点でオフセットが進む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対象オブジェクト：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標準テーブル・Dynamic Table・Icebergテーブル・ビュー等に設定可能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760720" cy="1097280"/>
          </a:xfrm>
          <a:prstGeom prst="roundRect">
            <a:avLst>
              <a:gd name="adj" fmla="val 5833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93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36752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「SELECTで中身を見るだけ」ではオフセットは進まない。トランザクション内でDMLとして消費して初めてオフセットが進む点に注意。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2130552"/>
            <a:ext cx="413052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Streamの作成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STREAM orders_stream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TABLE raw.orders;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Streamの中身を確認（消費はされない）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orders_stream;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変更の有無を確認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SYSTEM$STREAM_HAS_DATA(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'orders_stream'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Streamのメタデータ列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変更内容を判定する3つの特殊列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METADATA$ACTION：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または DELETE。変更の種別を示す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METADATA$ISUPDATE：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TRUE/FALSE。UPDATEに起因する変更かどうかを判定できる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METADATA$ROW_ID：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行の一意な識別子。UPDATE時のDELETE/INSERTペアを紐付けるのに使う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METADATA$ACTION = 'INSERT'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METADATA$ISUPDATE = FALSE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'NEW_ROW'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METADATA$ACTION = 'INSERT'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METADATA$ISUPDATE = TRUE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'UPDATED_ROW'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METADATA$ACTION = 'DELETE'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METADATA$ISUPDATE = FALSE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'DELETED_ROW'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change_type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orders_stream;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Stream作成の実践パターン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差分タイプとデータ保持期間の選択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STANDARD（既定）：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INSERT/UPDATE/DELETE全ての変更を記録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APPEND_ONLY：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INSERTのみを記録し高速。追記のみのログテーブル等に適する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SHOW_INITIAL_ROWS：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Stream作成時点で既存の全行を初回INSERTとして含めるかを指定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データ保持期間の制約：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ソーステーブルのDATA_RETENTION_TIME_IN_DAYSにStreamの有効期限が依存する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追記のみのログテーブル向け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（高速・軽量）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STREAM events_stream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TABLE raw.events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APPEND_ONLY = TRUE;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既存データも初回処理に含める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STREAM full_orders_stream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TABLE raw.orders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SHOW_INITIAL_ROWS = TRUE;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5166360"/>
            <a:ext cx="5074920" cy="914400"/>
          </a:xfrm>
          <a:prstGeom prst="roundRect">
            <a:avLst>
              <a:gd name="adj" fmla="val 7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52760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12280" y="555040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ソーステーブルの保持期間が短いと、Streamが古くなりすぎて「STALE（無効）」状態になり再作成が必要になる。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Taskの基本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スケジュール実行と条件付き実行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SCHEDULE句：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CRON式または単純な間隔指定（'5 MINUTE'等）で定期実行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WHEN句：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SYSTEM$STREAM_HAS_DATA()等の条件式で「変更がある時だけ」実行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既定で一時停止：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TASK直後は停止状態。ALTER TASK ... RESUMEで起動が必要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サーバーレスTask：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WAREHOUSE省略でSnowflake管理コンピュートを使用し、運用負荷を下げられる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TASK load_orders_task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 = etl_wh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 = '5 MINUTE'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SYSTEM$STREAM_HAS_DATA(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'orders_stream'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 INTO target.orders AS tgt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orders_stream AS src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tgt.order_id = src.order_id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MATCHED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src.METADATA$ACTION='DELETE'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DELETE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MATCHED THEN UPDATE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tgt.amount = src.amount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NOT MATCHED THEN INSERT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(order_id, amount)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(src.order_id, src.amount);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作成直後は停止状態のため起動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TASK load_orders_task RESUME;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DAG（依存関係）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複数タスクを順序立てて連携させる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AFTER句：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「このタスクの後に実行」という依存関係を定義し、DAG（有向非巡回グラフ）を構成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ルートタスク：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DAGの起点となるタスク。SCHEDULE句を持つのはルートタスクのみ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FINALIZE句：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DAG内の全タスク完了後（成功・失敗問わず）に必ず実行される後処理タスクを指定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一括制御：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TASK / RESUME ALLでDAG全体をまとめて起動・停止できる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ルートタスク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TASK extract_task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 = etl_wh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 = '10 MINUTE'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CALL extract_raw_data();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extract_task完了後に実行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TASK transform_task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 = etl_wh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 extract_task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CALL transform_data();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さらにその後に実行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TASK load_task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 = etl_wh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 transform_task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CALL load_to_mart();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TASK load_task RESUME;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TASK transform_task RESUME;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TASK extract_task RESUME;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エラーハンドリングとリトライ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タスク失敗を検知し、影響を最小化する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TASK_HISTORY：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過去のタスク実行結果・エラーメッセージを確認できるビュー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自動リトライ：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一時的なエラーに対し、タスクは既定で一定回数の自動リトライを行う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通知連携：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ERROR_INTEGRATIONでタスク失敗時にクラウドの通知サービスへ連携可能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DAGの一部失敗：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あるタスクが失敗すると、後続のAFTER依存タスクは既定で実行されない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直近の失敗タスクを確認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error_code,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error_message,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scheduled_time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TABLE(INFORMATION_SCHEMA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.TASK_HISTORY())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state = 'FAILED'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scheduled_time DESC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20;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Tables①  概要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宣言的にパイプラインを定義する新しい選択肢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宣言的アプローチ：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「最終的にどうあるべきか」をSELECT文1つで定義するだけで、Snowflakeが差分更新を自動管理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TARGET_LAG：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ソースに対してどの程度の鮮度（遅延許容）で結果を保つかを指定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依存関係の自動解決：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複数のDynamic Tableを連鎖させても、Snowflakeが内部でDAGを構築し順序を管理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Streams/Tasksとの対比：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Stream作成・Task作成・MERGEロジック実装の3点セットが、1つのCREATE文に集約される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600200"/>
            <a:ext cx="5074920" cy="4937760"/>
          </a:xfrm>
          <a:prstGeom prst="roundRect">
            <a:avLst>
              <a:gd name="adj" fmla="val 1481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876288" y="2130552"/>
            <a:ext cx="4130528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Streams + Tasksでの実装（従来）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STREAM s ON TABLE raw_orders;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TASK t ...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 SYSTEM$STREAM_HAS_DATA('s')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MERGE INTO summary ...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Dynamic Tableでの実装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DYNAMIC TABLE order_summary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TARGET_LAG = '5 minutes'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 = etl_wh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SUM(amount) AS total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raw_orders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customer_id;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Tables②  実践上の制約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万能ではない点を理解して使い分ける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53619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読み取り専用：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INSERT/UPDATE/DELETE/TRUNCATEを直接実行できない（再定義のみ）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1343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手続き的処理は不可：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ストアドプロシージャ・外部関数・複雑な分岐ロジックは表現できない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9067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コスト特性の違い：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複雑なJOINやウィンドウ関数では、チューニングされたStream/Taskより消費クレジットが多くなることがある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67912"/>
            <a:ext cx="5504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DOWNSTREAMオプション：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TARGET_LAG = DOWNSTREAMで、下流のDynamic Tableに合わせて更新頻度を自動調整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5760720" cy="1188720"/>
          </a:xfrm>
          <a:prstGeom prst="roundRect">
            <a:avLst>
              <a:gd name="adj" fmla="val 5385"/>
            </a:avLst>
          </a:prstGeom>
          <a:solidFill>
            <a:srgbClr val="F4F9FC"/>
          </a:solidFill>
          <a:ln w="15875">
            <a:solidFill>
              <a:srgbClr val="1F8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932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36752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「単純なSQLで表現できる変換」はDynamic Tables、「ストアドプロシージャ・外部API呼び出し・複雑な条件分岐」が必要ならStreams+Tasksという判断基準が実務的。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160020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1E2A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8356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08356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76288" y="2130552"/>
            <a:ext cx="413052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下流に合わせて自動調整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DYNAMIC TABLE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customer_ltv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TARGET_LAG = DOWNSTREAM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WAREHOUSE = etl_wh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SUM(total) AS ltv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order_summary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customer_id;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Streams/Tasks vs Dynamic 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どちらを選ぶべきかの判断フロー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Tablesが向く場面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単純なSELECT文で表現できる変換、複数テーブルのJOIN・集計、新規パイプライン構築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856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1168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5603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 + Tasksが向く場面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310896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ストアドプロシージャ呼び出しが必要、外部API連携、複雑な条件分岐、既存資産の踏襲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11109960" cy="128016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" y="445312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77240" y="4727448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両者は排他的ではなく併用も可能：Dynamic Tablesで基本変換を行い、最終出力のみTaskでストアドプロシージャに渡す、という組み合わせもよく使われる。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Streams/Tasks系アンチパターン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パイプライン構築でやりがちなミス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5" name="Image 0" descr="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0136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Streamの消費忘れ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313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SELECTで中身を見ただけで満足し、実際にはオフセットが進まずデータが溜まり続ける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9" name="Image 1" descr="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0136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短すぎるスケジュール間隔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92240" y="23134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1分間隔等、過度に頻繁な実行でウェアハウス起動コストが嵩む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13" name="Image 2" descr="icons/warning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5876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STALEなStreamの放置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2960" y="43708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ソーステーブルの保持期間を超えてStreamを使い続け、無効化に気づかない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1792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5875">
            <a:solidFill>
              <a:srgbClr val="B7791F"/>
            </a:solidFill>
            <a:prstDash val="solid"/>
          </a:ln>
        </p:spPr>
      </p:sp>
      <p:pic>
        <p:nvPicPr>
          <p:cNvPr id="17" name="Image 3" descr="icons/warning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85876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840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RESUME忘れ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92240" y="437083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DAGを作成しても末尾から起動し忘れ、パイプラインが一切動作しない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パイプライン運用監視チェックリスト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本番運用に入る前に確認したい項目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385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全TaskがRESUME状態になっているか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TASKSでstateを確認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600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1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9385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7373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TASK_HISTORYでエラーを定期確認しているか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失敗の早期検知・通知連携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16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959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794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Streamの保持期間とソースの整合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2960" y="4526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STALE化を未然に防ぐ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36576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886200"/>
            <a:ext cx="457200" cy="457200"/>
          </a:xfrm>
          <a:prstGeom prst="ellipse">
            <a:avLst/>
          </a:prstGeom>
          <a:solidFill>
            <a:srgbClr val="1F8A5F"/>
          </a:solidFill>
          <a:ln/>
        </p:spPr>
      </p:sp>
      <p:pic>
        <p:nvPicPr>
          <p:cNvPr id="21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99592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794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DAGのFINALIZEタスクで後処理しているか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92240" y="45262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成功・失敗問わない後始末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パイプライン設計の判断フロー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新規パイプライン構築時の検討順序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09928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7099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変換ロジックの複雑さを確認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40680" y="17099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単純なSELECTで表現できるか、手続き的処理が必要か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69464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679192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267919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Tablesを第一候補に検討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40680" y="267919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新規パイプラインはまずシンプルな宣言的アプローチを検討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64845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64845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手続き的要件があればStreams+Tasks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40680" y="364845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ストアドプロシージャ・外部API・複雑な分岐が必要な場合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07992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6177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6177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DAGで依存関係を設計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40680" y="461772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複数ステップが必要な場合はAFTER句で順序を明示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477256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586984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558698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監視・アラートを組み込む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40680" y="558698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TASK_HISTORYとエラー通知を最初から設計に含める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まとめ：実装前チェックリスト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Streams/Tasks編の振り返り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568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830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Streamは「消費（DMLとして処理）」して初めてオフセットが進むことを理解しているか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3405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6032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Taskは作成直後は停止状態のため、RESUMEで明示的に起動しているか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33756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112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3756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複数ステップのパイプラインはAFTER句でDAGとして依存関係を組んでいるか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11480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8853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1480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単純な変換であれば、まずDynamic Tablesを検討したか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489204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4" descr="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6577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1600" y="489204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TASK_HISTORYでの失敗監視・通知の仕組みを用意しているか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40080" y="566928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2" name="Image 5" descr="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843016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1600" y="5669280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Streamの保持期間がソーステーブルの設定と整合しているか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Snowflake開発者ガイド⑥ Streams/Tasks編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Snowflake開発者ガイド⑥ Streams/Tasks編</dc:title>
  <dc:subject>PptxGenJS Presentation</dc:subject>
  <dc:creator>Snowflake Developer Series</dc:creator>
  <cp:lastModifiedBy>Snowflake Developer Series</cp:lastModifiedBy>
  <cp:revision>1</cp:revision>
  <dcterms:created xsi:type="dcterms:W3CDTF">2026-06-20T21:02:30Z</dcterms:created>
  <dcterms:modified xsi:type="dcterms:W3CDTF">2026-06-20T21:02:30Z</dcterms:modified>
</cp:coreProperties>
</file>