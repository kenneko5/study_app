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pic>
        <p:nvPicPr>
          <p:cNvPr id="5" name="Image 0" descr="icons/snowfl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  第7回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Snowflake開発者ガイド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AI実装編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SQLから直接LLMを呼び出し、検索・分析にAIを組み込む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SQL開発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488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21488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パフォーマンス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Snowpark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6636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CI/CD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コスト最適化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838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81838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Streams/Tasks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6926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9ADB2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Cortex 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AI実装編で扱う7つのトピック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AIの全体像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SQLネイティブなAIレイヤーという位置づけ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07992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AI_COMPLETE関数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任意プロンプトでのLLM呼び出し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38744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タスク特化関数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分類・センチメント・抽出・要約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モデル選択とコスト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タスクの複雑さに応じた使い分け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AI_FILTER / AI_AGG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WHERE句・集計でのAI活用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1131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38744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Search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ベクトル検索によるRAG基盤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91456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77240" y="55046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Analyst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870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自然言語からSQLを生成する仕組み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AIの全体像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SQLネイティブなAIレイヤーという位置づけ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データを動かさない：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LLM推論がSnowflake内部で完結し、外部API・別サービスへのデータ送信が不要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SQL関数として提供：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AI_COMPLETE等、通常のSQL関数と同じ感覚でSELECT文に組み込める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3つの主要機能：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AISQL関数（推論）、Cortex Search（検索）、Cortex Analyst（自然言語→SQL）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権限管理：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FUNCTIONS権限とCORTEX_USER等のロールが必要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概念図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Snowflakeデータ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Cortex AI レイヤー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AISQL関数（推論・分類・抽出）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Cortex Search（ベクトル検索）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Cortex Analyst（自然言語→SQL）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▼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各種LLM（複数ベンダーから選択）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5074920"/>
            <a:ext cx="5074920" cy="128016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184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545896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外部のAI APIキー管理やレート制限を意識する必要がなく、データのガバナンス境界をSnowflakeの外に出さずにAI機能を利用できる点が最大の利点。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AI_COMPLETE関数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任意のプロンプトでLLMを呼び出す汎用関数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基本構文：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AI_COMPLETE(モデル名, プロンプト文字列)の形式でSELECT句に組み込む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モデル選択：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第1引数でLlama・Mistral・Claude等、複数ベンダーのモデルを指定可能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列との組み合わせ：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テーブルの列値をプロンプトに埋め込み、行ごとに推論を実行できる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構造化出力：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response_formatオプションでJSON等の構造化された出力形式を指定可能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サポートチケットの要約を生成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AI_COMPLETE(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'llama3.1-8b',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'この問い合わせを1文で要約して' ||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'ください: ' || message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summary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support_tickets;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892040"/>
            <a:ext cx="5074920" cy="1463040"/>
          </a:xfrm>
          <a:prstGeom prst="roundRect">
            <a:avLst>
              <a:gd name="adj" fmla="val 4375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0017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527608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シンプルな分類・抽出・センチメント分析等は、AI_COMPLETEで自作プロンプトを書くより、専用のタスク特化関数（次ページ）を使う方がコスト効率・精度の両面で有利。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タスク特化関数①  分類・センチメント分析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定型タスクは専用関数の方が効率的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AI_CLASSIFY：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テキスト・画像をユーザー定義カテゴリに分類する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AI_SENTIMENT：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テキストの感情・態度を抽出。エンティティ単位での分析も可能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AI_FILTER：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条件に対しTRUE/FALSEを返し、WHERE句で直接フィルタ条件として使える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問い合わせをカテゴリ分類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ticket_id,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AI_CLASSIFY(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['バグ報告', '機能要望', '質問']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):labels[0]::STRING AS category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support_tickets;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ネガティブな問い合わせのみ抽出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support_tickets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AI_FILTER(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'{0}は怒りを含む内容か',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タスク特化関数②  抽出・要約・翻訳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非構造化データを構造化データへ変換する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AI_EXTRACT：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テキスト・画像・ドキュメントから指定項目を抽出し構造化データに変換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AI_SUMMARIZE_AGG：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複数行のテキストをグループ単位で集約・要約する集計関数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AI_TRANSLATE：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多言語間の翻訳。事前学習済みの専用モデルで高速処理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AI_TRANSCRIBE：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音声ファイルをテキストに変換する文字起こし機能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請求書PDFから項目を抽出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file_name,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AI_EXTRACT(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=&gt; invoice_file,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responseFormat =&gt; [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['vendor_name', '取引先名'],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['total_amount', '合計金額'],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['due_date', '支払期限']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extracted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invoices_stage;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部門ごとのフィードバックを要約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AI_SUMMARIZE_AGG(feedback_text)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dept_summary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employee_feedback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department;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モデル選択とコストの考え方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タスクの複雑さに応じてモデルを使い分ける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トークン課金：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AI_COMPLETE等の生成系関数は入力＋出力トークン数に応じて課金される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小型モデルの活用：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単純な分類・抽出は軽量モデルで十分な精度が出ることが多く、コストを大きく抑えられる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大型モデルの使い所：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複雑な文章生成や高度な推論が必要なタスクに限定して使用する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AI_EMBEDのコスト特性：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出力がベクトル値のみのため、入力トークンのみが課金対象になる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タスクの複雑さでモデルを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切り替えるパターン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FUNCTION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smart_complete(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STRING, complexity STRING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STRING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$$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CASE complexity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'simple' THEN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AI_COMPLETE('llama3.1-8b', prompt)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AI_COMPLETE('llama3.1-70b', prompt)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プロンプトエンジニアリングの実践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SQL内プロンプトの書き方の基本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7820" cy="2103120"/>
          </a:xfrm>
          <a:prstGeom prst="roundRect">
            <a:avLst>
              <a:gd name="adj" fmla="val 3478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44459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曖昧な指示で出力形式が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安定しない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AI_COMPLETE(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'llama3.1-8b',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'感情を教えて: ' || message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→ 出力が文章だったり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単語だったりバラつく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078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078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17820" cy="2103120"/>
          </a:xfrm>
          <a:prstGeom prst="roundRect">
            <a:avLst>
              <a:gd name="adj" fmla="val 3478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3388" y="2203704"/>
            <a:ext cx="44459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出力形式を明示し、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後続処理で扱いやすくする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AI_COMPLETE(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'llama3.1-8b',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'次のテキストの感情を' ||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'positive/negative/neutral'||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'のいずれか1単語で回答: '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|| message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109960" cy="1097280"/>
          </a:xfrm>
          <a:prstGeom prst="roundRect">
            <a:avLst>
              <a:gd name="adj" fmla="val 5833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6168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636008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定型タスクであれば自作プロンプトよりAI_SENTIMENT等のタスク特化関数を優先する方が、出力形式が安定しパースも不要になる。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AI_FILTER / AI_AGGの活用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WHERE句・JOIN句・集計にAIを組み込む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WHERE句での利用：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AI_FILTERは真偽値を返すため、通常の条件式と同じようにWHERE句で使える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意味的JOIN：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ON句にAI_FILTERを使うことで、文字列完全一致でなく意味的な一致条件を表現できる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AI_AGG：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複数行のテキストを横断した分析・要約を、GROUP BYと組み合わせて実行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109960" cy="2194560"/>
          </a:xfrm>
          <a:prstGeom prst="roundRect">
            <a:avLst>
              <a:gd name="adj" fmla="val 33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835640" y="439826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640" y="43982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" y="4782312"/>
            <a:ext cx="96827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意味的な類似度でJOIN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（表記揺れのある商品名を統合）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a.raw_name, b.standard_name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raw_products a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standard_catalog b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AI_FILTER(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PROMPT(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'{0}と{1}は同じ商品か',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a.raw_name, b.standard_name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Search①  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ベクトル検索とキーワード検索を統合した検索基盤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ハイブリッド検索：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意味的なベクトル検索とキーワード検索を組み合わせ、高品質な検索結果を実現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マネージドサービス：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ベクトルDBの構築・埋め込み生成・インデックス管理を意識せず利用できる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TARGET_LAG：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ソースデータの更新に対し、検索インデックスをどの程度の鮮度で保つか指定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主な用途：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RAGチャットボットの検索基盤、アプリ内検索バーのバックエンド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CORTEX SEARCH SERVICE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docs_search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content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ATTRIBUTES category, doc_url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search_wh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TARGET_LAG = '1 hour'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doc_url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knowledge_base;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Search②  RAGパイプラインの実装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検索結果をLLMのコンテキストとして渡す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検索ステップ：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SearchでユーザーQに関連するドキュメント断片を取得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拡張ステップ：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検索結果をプロンプトに埋め込み、根拠付きの回答生成をLLMに依頼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メタデータフィルタ：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ATTRIBUTESで定義した属性で、検索対象を部署・カテゴリ等に絞り込み可能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関連ドキュメントを検索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search_results =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SNOWFLAKE.CORTEX.SEARCH_PREVIEW(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'docs_search',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'{"query": "返品ポリシーは？",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"limit": 3}'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検索結果を踏まえて回答生成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AI_COMPLETE(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'llama3.1-70b',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'次の情報を根拠に質問に答えて'||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'ください。情報: ' || $search_results ||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質問: 返品ポリシーは？'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Analyst①  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自然言語の質問からSQLを自動生成する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「先月の売上トップ10商品は？」のような自然言語質問からSQLを生成・実行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セマンティックモデル：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スキーマ情報だけでなく、ビジネス用語の定義をYAMLで補足し精度を高める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データはSnowflake内で完結：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Analystはデータを学習・保存せず、SQL生成のみに利用される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主な用途：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ビジネスユーザー向けの会話型分析アプリ、Snowflake Intelligenceの基盤機能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1554480"/>
          </a:xfrm>
          <a:prstGeom prst="roundRect">
            <a:avLst>
              <a:gd name="adj" fmla="val 4118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7099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12280" y="198424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スキーマ情報のみでは「売上」「アクティブ顧客」等のビジネス用語の定義が曖昧になり、誤ったSQLが生成されやすい。セマンティックモデルの整備が精度向上の鍵となる。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33756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0776" y="3483864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0776" y="348386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3867912"/>
            <a:ext cx="413052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自然言語質問の例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"先月の地域別売上を教えて"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Cortex Analystが生成するSQL（例）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total_sales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order_date &gt;=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DATE_TRUNC('month',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DATEADD('month', -1,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CURRENT_DATE()))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region;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Analyst②  セマンティックモデルの設計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精度を左右するYAML定義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90472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論理テーブル定義：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物理テーブル・ビューに対し、説明文や同義語を付加して意味を明確化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85416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57400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メトリクス定義：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「売上」「解約率」等、計算式を伴う指標を再利用可能な形で定義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24328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関係性の明示：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テーブル間のJOINキーを明示し、誤った結合によるSQL生成を防ぐ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109960" cy="2971800"/>
          </a:xfrm>
          <a:prstGeom prst="roundRect">
            <a:avLst>
              <a:gd name="adj" fmla="val 246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80776" y="3666744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0776" y="366674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" y="4050792"/>
            <a:ext cx="968276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sales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売上トランザクション明細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base_table: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database: analytics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schema: public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table: sales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dimensions: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region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synonyms: [地域, エリア]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measures: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total_sales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expr: SUM(amount)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description: 売上合計金額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ガバナンスとコスト管理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本番導入前に押さえておくべき統制ポイント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アクセス制御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RBAC・行アクセスポリシーはCortex機能にもそのまま継承される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160020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b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116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クエリ履歴監査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98848" y="3017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Cortex関数の呼び出しもQUERY_HISTORYに記録され追跡可能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91856" y="160020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011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コスト上限の設定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0456" y="3017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Monitor等でトークン消費による予期せぬ高額請求を防止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431596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77240" y="459028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AI機能はウェアハウスの課金体系とは別のトークンベース課金。既存のResource Monitorでは捕捉されない消費経路があるため、AI機能専用の監視を別途設ける。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AI系アンチパターン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実装時に陥りがちなミス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5" name="Image 0" descr="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全タスクに大型モデルを使用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単純な分類にも70Bクラスのモデルを使い、不要なコストを払う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9" name="Image 1" descr="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013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出力形式の指定漏れ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プロンプトで出力形式を指定せず、後続処理でのパースが不安定になる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3" name="Image 2" descr="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587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セマンティックモデル未整備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Analystにスキーマ情報だけ渡し、誤ったSQL生成が頻発する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7" name="Image 3" descr="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587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AI機能のコスト監視漏れ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9224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ウェアハウスのResource Monitorのみに頼り、トークン課金を見落とす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AI実装編の振り返り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56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定型タスク（分類・要約・抽出）はAI_COMPLETEの自作プロンプトより専用関数を優先しているか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34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タスクの複雑さに応じてモデルサイズを使い分け、コストを最適化しているか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11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プロンプトで出力形式を明示し、後続処理が安定してパースできる形になっているか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885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RAG構成ではCortex Searchのメタデータフィルタを活用しているか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65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Analystに渡すセマンティックモデルでビジネス用語を定義しているか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84301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トークン課金によるコストをウェアハウスとは別軸で監視しているか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Snowflake開発者ガイド⑦ Cortex AI実装編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Snowflake開発者ガイド⑦ Cortex AI実装編</dc:title>
  <dc:subject>PptxGenJS Presentation</dc:subject>
  <dc:creator>Snowflake Developer Series</dc:creator>
  <cp:lastModifiedBy>Snowflake Developer Series</cp:lastModifiedBy>
  <cp:revision>1</cp:revision>
  <dcterms:created xsi:type="dcterms:W3CDTF">2026-06-20T21:06:10Z</dcterms:created>
  <dcterms:modified xsi:type="dcterms:W3CDTF">2026-06-20T21:06:10Z</dcterms:modified>
</cp:coreProperties>
</file>